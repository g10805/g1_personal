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05" r:id="rId4"/>
  </p:sldMasterIdLst>
  <p:notesMasterIdLst>
    <p:notesMasterId r:id="rId16"/>
  </p:notesMasterIdLst>
  <p:handoutMasterIdLst>
    <p:handoutMasterId r:id="rId17"/>
  </p:handoutMasterIdLst>
  <p:sldIdLst>
    <p:sldId id="281" r:id="rId5"/>
    <p:sldId id="282" r:id="rId6"/>
    <p:sldId id="283" r:id="rId7"/>
    <p:sldId id="289" r:id="rId8"/>
    <p:sldId id="290" r:id="rId9"/>
    <p:sldId id="284" r:id="rId10"/>
    <p:sldId id="285" r:id="rId11"/>
    <p:sldId id="286" r:id="rId12"/>
    <p:sldId id="287" r:id="rId13"/>
    <p:sldId id="291" r:id="rId14"/>
    <p:sldId id="292" r:id="rId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960468-F64D-42BF-9CA8-27A3CFFF9B2E}">
          <p14:sldIdLst>
            <p14:sldId id="281"/>
            <p14:sldId id="282"/>
            <p14:sldId id="283"/>
            <p14:sldId id="289"/>
            <p14:sldId id="290"/>
            <p14:sldId id="284"/>
            <p14:sldId id="285"/>
            <p14:sldId id="286"/>
            <p14:sldId id="287"/>
            <p14:sldId id="291"/>
            <p14:sldId id="29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ella Yao (姚冠伃)" initials="SY(" lastIdx="0" clrIdx="0">
    <p:extLst>
      <p:ext uri="{19B8F6BF-5375-455C-9EA6-DF929625EA0E}">
        <p15:presenceInfo xmlns:p15="http://schemas.microsoft.com/office/powerpoint/2012/main" userId="S-1-5-21-1711831044-1024940897-1435325219-17519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1E3C"/>
    <a:srgbClr val="F39A1E"/>
    <a:srgbClr val="69BE28"/>
    <a:srgbClr val="D71F85"/>
    <a:srgbClr val="FFCA05"/>
    <a:srgbClr val="1717A3"/>
    <a:srgbClr val="036639"/>
    <a:srgbClr val="00A1DE"/>
    <a:srgbClr val="FFFFFF"/>
    <a:srgbClr val="002C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FFDEB3-DD42-474A-83C2-EBBA34E4A850}" v="109" dt="2024-01-01T02:50:17.1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中等深淺樣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5232" autoAdjust="0"/>
  </p:normalViewPr>
  <p:slideViewPr>
    <p:cSldViewPr snapToGrid="0" snapToObjects="1" showGuides="1">
      <p:cViewPr varScale="1">
        <p:scale>
          <a:sx n="159" d="100"/>
          <a:sy n="159" d="100"/>
        </p:scale>
        <p:origin x="156" y="186"/>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showGuides="1">
      <p:cViewPr varScale="1">
        <p:scale>
          <a:sx n="83" d="100"/>
          <a:sy n="83" d="100"/>
        </p:scale>
        <p:origin x="313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Min Lin (林立民)" userId="53904a32-95e8-486a-b665-ed0fc5936058" providerId="ADAL" clId="{A7FFDEB3-DD42-474A-83C2-EBBA34E4A850}"/>
    <pc:docChg chg="undo custSel addSld modSld modSection">
      <pc:chgData name="Li-Min Lin (林立民)" userId="53904a32-95e8-486a-b665-ed0fc5936058" providerId="ADAL" clId="{A7FFDEB3-DD42-474A-83C2-EBBA34E4A850}" dt="2024-01-01T03:04:29.506" v="1589" actId="14100"/>
      <pc:docMkLst>
        <pc:docMk/>
      </pc:docMkLst>
      <pc:sldChg chg="addSp delSp modSp mod modClrScheme chgLayout">
        <pc:chgData name="Li-Min Lin (林立民)" userId="53904a32-95e8-486a-b665-ed0fc5936058" providerId="ADAL" clId="{A7FFDEB3-DD42-474A-83C2-EBBA34E4A850}" dt="2024-01-01T03:04:29.506" v="1589" actId="14100"/>
        <pc:sldMkLst>
          <pc:docMk/>
          <pc:sldMk cId="1657040485" sldId="281"/>
        </pc:sldMkLst>
        <pc:spChg chg="mod ord">
          <ac:chgData name="Li-Min Lin (林立民)" userId="53904a32-95e8-486a-b665-ed0fc5936058" providerId="ADAL" clId="{A7FFDEB3-DD42-474A-83C2-EBBA34E4A850}" dt="2024-01-01T01:38:14.043" v="434" actId="700"/>
          <ac:spMkLst>
            <pc:docMk/>
            <pc:sldMk cId="1657040485" sldId="281"/>
            <ac:spMk id="2" creationId="{00000000-0000-0000-0000-000000000000}"/>
          </ac:spMkLst>
        </pc:spChg>
        <pc:spChg chg="add del mod">
          <ac:chgData name="Li-Min Lin (林立民)" userId="53904a32-95e8-486a-b665-ed0fc5936058" providerId="ADAL" clId="{A7FFDEB3-DD42-474A-83C2-EBBA34E4A850}" dt="2024-01-01T01:32:42.063" v="322"/>
          <ac:spMkLst>
            <pc:docMk/>
            <pc:sldMk cId="1657040485" sldId="281"/>
            <ac:spMk id="4" creationId="{C62DE3A3-E3F0-1853-7A1C-411770192E58}"/>
          </ac:spMkLst>
        </pc:spChg>
        <pc:spChg chg="mod ord">
          <ac:chgData name="Li-Min Lin (林立民)" userId="53904a32-95e8-486a-b665-ed0fc5936058" providerId="ADAL" clId="{A7FFDEB3-DD42-474A-83C2-EBBA34E4A850}" dt="2024-01-01T03:04:29.506" v="1589" actId="14100"/>
          <ac:spMkLst>
            <pc:docMk/>
            <pc:sldMk cId="1657040485" sldId="281"/>
            <ac:spMk id="6" creationId="{00000000-0000-0000-0000-000000000000}"/>
          </ac:spMkLst>
        </pc:spChg>
        <pc:spChg chg="add del">
          <ac:chgData name="Li-Min Lin (林立民)" userId="53904a32-95e8-486a-b665-ed0fc5936058" providerId="ADAL" clId="{A7FFDEB3-DD42-474A-83C2-EBBA34E4A850}" dt="2024-01-01T01:33:56.441" v="333" actId="22"/>
          <ac:spMkLst>
            <pc:docMk/>
            <pc:sldMk cId="1657040485" sldId="281"/>
            <ac:spMk id="7" creationId="{BD4C7F99-F23C-23DA-0E89-640A9440D01A}"/>
          </ac:spMkLst>
        </pc:spChg>
        <pc:spChg chg="add del mod ord">
          <ac:chgData name="Li-Min Lin (林立民)" userId="53904a32-95e8-486a-b665-ed0fc5936058" providerId="ADAL" clId="{A7FFDEB3-DD42-474A-83C2-EBBA34E4A850}" dt="2024-01-01T02:31:41.528" v="1153" actId="478"/>
          <ac:spMkLst>
            <pc:docMk/>
            <pc:sldMk cId="1657040485" sldId="281"/>
            <ac:spMk id="8" creationId="{00000000-0000-0000-0000-000000000000}"/>
          </ac:spMkLst>
        </pc:spChg>
        <pc:spChg chg="add mod">
          <ac:chgData name="Li-Min Lin (林立民)" userId="53904a32-95e8-486a-b665-ed0fc5936058" providerId="ADAL" clId="{A7FFDEB3-DD42-474A-83C2-EBBA34E4A850}" dt="2024-01-01T01:34:25.545" v="338"/>
          <ac:spMkLst>
            <pc:docMk/>
            <pc:sldMk cId="1657040485" sldId="281"/>
            <ac:spMk id="11" creationId="{FF7236E8-AC89-135B-3905-8D61A14CF2CE}"/>
          </ac:spMkLst>
        </pc:spChg>
        <pc:spChg chg="add del mod">
          <ac:chgData name="Li-Min Lin (林立民)" userId="53904a32-95e8-486a-b665-ed0fc5936058" providerId="ADAL" clId="{A7FFDEB3-DD42-474A-83C2-EBBA34E4A850}" dt="2024-01-01T02:30:41.083" v="1125" actId="478"/>
          <ac:spMkLst>
            <pc:docMk/>
            <pc:sldMk cId="1657040485" sldId="281"/>
            <ac:spMk id="14" creationId="{1C80106F-1597-A158-1D4C-5EFAFF79C4DC}"/>
          </ac:spMkLst>
        </pc:spChg>
        <pc:spChg chg="add del mod">
          <ac:chgData name="Li-Min Lin (林立民)" userId="53904a32-95e8-486a-b665-ed0fc5936058" providerId="ADAL" clId="{A7FFDEB3-DD42-474A-83C2-EBBA34E4A850}" dt="2024-01-01T02:31:43.664" v="1154" actId="478"/>
          <ac:spMkLst>
            <pc:docMk/>
            <pc:sldMk cId="1657040485" sldId="281"/>
            <ac:spMk id="16" creationId="{78A3EE57-F29A-A209-C990-FB48EBD539D9}"/>
          </ac:spMkLst>
        </pc:spChg>
        <pc:graphicFrameChg chg="add del mod">
          <ac:chgData name="Li-Min Lin (林立民)" userId="53904a32-95e8-486a-b665-ed0fc5936058" providerId="ADAL" clId="{A7FFDEB3-DD42-474A-83C2-EBBA34E4A850}" dt="2024-01-01T01:32:42.063" v="322"/>
          <ac:graphicFrameMkLst>
            <pc:docMk/>
            <pc:sldMk cId="1657040485" sldId="281"/>
            <ac:graphicFrameMk id="3" creationId="{D8E3B2BE-8222-8288-0CDB-E69A3F6C322A}"/>
          </ac:graphicFrameMkLst>
        </pc:graphicFrameChg>
        <pc:graphicFrameChg chg="add del mod modGraphic">
          <ac:chgData name="Li-Min Lin (林立民)" userId="53904a32-95e8-486a-b665-ed0fc5936058" providerId="ADAL" clId="{A7FFDEB3-DD42-474A-83C2-EBBA34E4A850}" dt="2024-01-01T01:34:17.626" v="337" actId="478"/>
          <ac:graphicFrameMkLst>
            <pc:docMk/>
            <pc:sldMk cId="1657040485" sldId="281"/>
            <ac:graphicFrameMk id="9" creationId="{7B0C3278-2651-3980-4252-EAD17F65D8F1}"/>
          </ac:graphicFrameMkLst>
        </pc:graphicFrameChg>
        <pc:graphicFrameChg chg="add mod modGraphic">
          <ac:chgData name="Li-Min Lin (林立民)" userId="53904a32-95e8-486a-b665-ed0fc5936058" providerId="ADAL" clId="{A7FFDEB3-DD42-474A-83C2-EBBA34E4A850}" dt="2024-01-01T02:36:45.271" v="1291"/>
          <ac:graphicFrameMkLst>
            <pc:docMk/>
            <pc:sldMk cId="1657040485" sldId="281"/>
            <ac:graphicFrameMk id="10" creationId="{CE8C7F4F-406D-AD88-DC7C-C22EF0375130}"/>
          </ac:graphicFrameMkLst>
        </pc:graphicFrameChg>
        <pc:graphicFrameChg chg="add mod modGraphic">
          <ac:chgData name="Li-Min Lin (林立民)" userId="53904a32-95e8-486a-b665-ed0fc5936058" providerId="ADAL" clId="{A7FFDEB3-DD42-474A-83C2-EBBA34E4A850}" dt="2024-01-01T02:59:03.063" v="1575" actId="207"/>
          <ac:graphicFrameMkLst>
            <pc:docMk/>
            <pc:sldMk cId="1657040485" sldId="281"/>
            <ac:graphicFrameMk id="12" creationId="{182D829B-9030-CB97-74E8-36D2E6B08753}"/>
          </ac:graphicFrameMkLst>
        </pc:graphicFrameChg>
        <pc:graphicFrameChg chg="add del">
          <ac:chgData name="Li-Min Lin (林立民)" userId="53904a32-95e8-486a-b665-ed0fc5936058" providerId="ADAL" clId="{A7FFDEB3-DD42-474A-83C2-EBBA34E4A850}" dt="2024-01-01T02:36:21.083" v="1288" actId="478"/>
          <ac:graphicFrameMkLst>
            <pc:docMk/>
            <pc:sldMk cId="1657040485" sldId="281"/>
            <ac:graphicFrameMk id="17" creationId="{21C7632F-A8B6-C6BA-8966-DF6562191106}"/>
          </ac:graphicFrameMkLst>
        </pc:graphicFrameChg>
        <pc:graphicFrameChg chg="add del mod">
          <ac:chgData name="Li-Min Lin (林立民)" userId="53904a32-95e8-486a-b665-ed0fc5936058" providerId="ADAL" clId="{A7FFDEB3-DD42-474A-83C2-EBBA34E4A850}" dt="2024-01-01T02:37:50.861" v="1312"/>
          <ac:graphicFrameMkLst>
            <pc:docMk/>
            <pc:sldMk cId="1657040485" sldId="281"/>
            <ac:graphicFrameMk id="18" creationId="{41B35A06-F6C7-37F7-21C1-C4A33329435A}"/>
          </ac:graphicFrameMkLst>
        </pc:graphicFrameChg>
        <pc:graphicFrameChg chg="add del mod">
          <ac:chgData name="Li-Min Lin (林立民)" userId="53904a32-95e8-486a-b665-ed0fc5936058" providerId="ADAL" clId="{A7FFDEB3-DD42-474A-83C2-EBBA34E4A850}" dt="2024-01-01T02:38:53.688" v="1331" actId="478"/>
          <ac:graphicFrameMkLst>
            <pc:docMk/>
            <pc:sldMk cId="1657040485" sldId="281"/>
            <ac:graphicFrameMk id="19" creationId="{F64214C6-EC4B-E5A9-FCD7-8D613BB50438}"/>
          </ac:graphicFrameMkLst>
        </pc:graphicFrameChg>
      </pc:sldChg>
      <pc:sldChg chg="addSp delSp modSp new mod modClrScheme chgLayout">
        <pc:chgData name="Li-Min Lin (林立民)" userId="53904a32-95e8-486a-b665-ed0fc5936058" providerId="ADAL" clId="{A7FFDEB3-DD42-474A-83C2-EBBA34E4A850}" dt="2024-01-01T02:22:49.110" v="904" actId="1076"/>
        <pc:sldMkLst>
          <pc:docMk/>
          <pc:sldMk cId="4168182588" sldId="282"/>
        </pc:sldMkLst>
        <pc:spChg chg="mod ord">
          <ac:chgData name="Li-Min Lin (林立民)" userId="53904a32-95e8-486a-b665-ed0fc5936058" providerId="ADAL" clId="{A7FFDEB3-DD42-474A-83C2-EBBA34E4A850}" dt="2024-01-01T01:04:12.915" v="23" actId="700"/>
          <ac:spMkLst>
            <pc:docMk/>
            <pc:sldMk cId="4168182588" sldId="282"/>
            <ac:spMk id="2" creationId="{46A3CBAE-4921-A863-8F91-BF9F01738CE6}"/>
          </ac:spMkLst>
        </pc:spChg>
        <pc:spChg chg="del mod ord">
          <ac:chgData name="Li-Min Lin (林立民)" userId="53904a32-95e8-486a-b665-ed0fc5936058" providerId="ADAL" clId="{A7FFDEB3-DD42-474A-83C2-EBBA34E4A850}" dt="2024-01-01T01:04:12.915" v="23" actId="700"/>
          <ac:spMkLst>
            <pc:docMk/>
            <pc:sldMk cId="4168182588" sldId="282"/>
            <ac:spMk id="3" creationId="{BADB8618-FF3B-FB74-A9B8-6AECB342FF41}"/>
          </ac:spMkLst>
        </pc:spChg>
        <pc:spChg chg="del mod ord">
          <ac:chgData name="Li-Min Lin (林立民)" userId="53904a32-95e8-486a-b665-ed0fc5936058" providerId="ADAL" clId="{A7FFDEB3-DD42-474A-83C2-EBBA34E4A850}" dt="2024-01-01T01:04:12.915" v="23" actId="700"/>
          <ac:spMkLst>
            <pc:docMk/>
            <pc:sldMk cId="4168182588" sldId="282"/>
            <ac:spMk id="4" creationId="{575B3CBE-CBE8-0598-5A4B-56BA88C6C0FF}"/>
          </ac:spMkLst>
        </pc:spChg>
        <pc:spChg chg="add mod ord">
          <ac:chgData name="Li-Min Lin (林立民)" userId="53904a32-95e8-486a-b665-ed0fc5936058" providerId="ADAL" clId="{A7FFDEB3-DD42-474A-83C2-EBBA34E4A850}" dt="2024-01-01T01:14:54.990" v="228" actId="20577"/>
          <ac:spMkLst>
            <pc:docMk/>
            <pc:sldMk cId="4168182588" sldId="282"/>
            <ac:spMk id="5" creationId="{6AE34A31-B977-2AD0-6884-A186C7ED2DD5}"/>
          </ac:spMkLst>
        </pc:spChg>
        <pc:spChg chg="add del mod ord">
          <ac:chgData name="Li-Min Lin (林立民)" userId="53904a32-95e8-486a-b665-ed0fc5936058" providerId="ADAL" clId="{A7FFDEB3-DD42-474A-83C2-EBBA34E4A850}" dt="2024-01-01T01:06:00.029" v="37"/>
          <ac:spMkLst>
            <pc:docMk/>
            <pc:sldMk cId="4168182588" sldId="282"/>
            <ac:spMk id="6" creationId="{5380BE96-8F8C-7C0B-EC52-8EB2A837FF3E}"/>
          </ac:spMkLst>
        </pc:spChg>
        <pc:spChg chg="add del mod ord">
          <ac:chgData name="Li-Min Lin (林立民)" userId="53904a32-95e8-486a-b665-ed0fc5936058" providerId="ADAL" clId="{A7FFDEB3-DD42-474A-83C2-EBBA34E4A850}" dt="2024-01-01T01:06:44.403" v="40"/>
          <ac:spMkLst>
            <pc:docMk/>
            <pc:sldMk cId="4168182588" sldId="282"/>
            <ac:spMk id="7" creationId="{7CD4CD85-2F59-3221-E8E9-DC6A116F1015}"/>
          </ac:spMkLst>
        </pc:spChg>
        <pc:spChg chg="add mod">
          <ac:chgData name="Li-Min Lin (林立民)" userId="53904a32-95e8-486a-b665-ed0fc5936058" providerId="ADAL" clId="{A7FFDEB3-DD42-474A-83C2-EBBA34E4A850}" dt="2024-01-01T01:10:56.220" v="205" actId="12788"/>
          <ac:spMkLst>
            <pc:docMk/>
            <pc:sldMk cId="4168182588" sldId="282"/>
            <ac:spMk id="12" creationId="{C4E67945-DAE2-FE2B-C67E-E7C26F2A1ED1}"/>
          </ac:spMkLst>
        </pc:spChg>
        <pc:spChg chg="add del mod">
          <ac:chgData name="Li-Min Lin (林立民)" userId="53904a32-95e8-486a-b665-ed0fc5936058" providerId="ADAL" clId="{A7FFDEB3-DD42-474A-83C2-EBBA34E4A850}" dt="2024-01-01T01:29:32.038" v="263" actId="478"/>
          <ac:spMkLst>
            <pc:docMk/>
            <pc:sldMk cId="4168182588" sldId="282"/>
            <ac:spMk id="13" creationId="{8F6EC25C-FCDE-FEBC-AD64-0C50FA54B16C}"/>
          </ac:spMkLst>
        </pc:spChg>
        <pc:spChg chg="add mod">
          <ac:chgData name="Li-Min Lin (林立民)" userId="53904a32-95e8-486a-b665-ed0fc5936058" providerId="ADAL" clId="{A7FFDEB3-DD42-474A-83C2-EBBA34E4A850}" dt="2024-01-01T01:11:08.683" v="207" actId="1076"/>
          <ac:spMkLst>
            <pc:docMk/>
            <pc:sldMk cId="4168182588" sldId="282"/>
            <ac:spMk id="14" creationId="{FA13B511-D4F6-0BCF-022C-9DC16C81C8DD}"/>
          </ac:spMkLst>
        </pc:spChg>
        <pc:spChg chg="add del">
          <ac:chgData name="Li-Min Lin (林立民)" userId="53904a32-95e8-486a-b665-ed0fc5936058" providerId="ADAL" clId="{A7FFDEB3-DD42-474A-83C2-EBBA34E4A850}" dt="2024-01-01T01:08:25.510" v="113"/>
          <ac:spMkLst>
            <pc:docMk/>
            <pc:sldMk cId="4168182588" sldId="282"/>
            <ac:spMk id="15" creationId="{42E37675-0078-4C1B-9433-EF7375A94420}"/>
          </ac:spMkLst>
        </pc:spChg>
        <pc:spChg chg="add del">
          <ac:chgData name="Li-Min Lin (林立民)" userId="53904a32-95e8-486a-b665-ed0fc5936058" providerId="ADAL" clId="{A7FFDEB3-DD42-474A-83C2-EBBA34E4A850}" dt="2024-01-01T01:09:08.372" v="132"/>
          <ac:spMkLst>
            <pc:docMk/>
            <pc:sldMk cId="4168182588" sldId="282"/>
            <ac:spMk id="16" creationId="{19E4122B-35D2-4A81-74EC-C6CDBBFEED6D}"/>
          </ac:spMkLst>
        </pc:spChg>
        <pc:spChg chg="add del mod">
          <ac:chgData name="Li-Min Lin (林立民)" userId="53904a32-95e8-486a-b665-ed0fc5936058" providerId="ADAL" clId="{A7FFDEB3-DD42-474A-83C2-EBBA34E4A850}" dt="2024-01-01T01:28:03.372" v="247" actId="478"/>
          <ac:spMkLst>
            <pc:docMk/>
            <pc:sldMk cId="4168182588" sldId="282"/>
            <ac:spMk id="17" creationId="{E0383F86-AD61-9CA5-5631-C2A88FBAE82F}"/>
          </ac:spMkLst>
        </pc:spChg>
        <pc:spChg chg="add del mod">
          <ac:chgData name="Li-Min Lin (林立民)" userId="53904a32-95e8-486a-b665-ed0fc5936058" providerId="ADAL" clId="{A7FFDEB3-DD42-474A-83C2-EBBA34E4A850}" dt="2024-01-01T01:28:31.295" v="254" actId="478"/>
          <ac:spMkLst>
            <pc:docMk/>
            <pc:sldMk cId="4168182588" sldId="282"/>
            <ac:spMk id="18" creationId="{865FF3CC-5AB5-DA4F-0E25-7C781A4D6CCD}"/>
          </ac:spMkLst>
        </pc:spChg>
        <pc:spChg chg="add del mod">
          <ac:chgData name="Li-Min Lin (林立民)" userId="53904a32-95e8-486a-b665-ed0fc5936058" providerId="ADAL" clId="{A7FFDEB3-DD42-474A-83C2-EBBA34E4A850}" dt="2024-01-01T01:28:13.763" v="248" actId="478"/>
          <ac:spMkLst>
            <pc:docMk/>
            <pc:sldMk cId="4168182588" sldId="282"/>
            <ac:spMk id="19" creationId="{77370D37-6C65-519A-387E-9C18172E99AF}"/>
          </ac:spMkLst>
        </pc:spChg>
        <pc:spChg chg="add del mod">
          <ac:chgData name="Li-Min Lin (林立民)" userId="53904a32-95e8-486a-b665-ed0fc5936058" providerId="ADAL" clId="{A7FFDEB3-DD42-474A-83C2-EBBA34E4A850}" dt="2024-01-01T01:28:33.110" v="255" actId="478"/>
          <ac:spMkLst>
            <pc:docMk/>
            <pc:sldMk cId="4168182588" sldId="282"/>
            <ac:spMk id="20" creationId="{1BB48F2D-BD53-96D5-CDD0-B6199094203C}"/>
          </ac:spMkLst>
        </pc:spChg>
        <pc:spChg chg="add mod">
          <ac:chgData name="Li-Min Lin (林立民)" userId="53904a32-95e8-486a-b665-ed0fc5936058" providerId="ADAL" clId="{A7FFDEB3-DD42-474A-83C2-EBBA34E4A850}" dt="2024-01-01T01:29:42.391" v="265" actId="14100"/>
          <ac:spMkLst>
            <pc:docMk/>
            <pc:sldMk cId="4168182588" sldId="282"/>
            <ac:spMk id="21" creationId="{FBB934E4-8F34-BA2F-1B55-D19BDF3ED2F5}"/>
          </ac:spMkLst>
        </pc:spChg>
        <pc:spChg chg="add del mod">
          <ac:chgData name="Li-Min Lin (林立民)" userId="53904a32-95e8-486a-b665-ed0fc5936058" providerId="ADAL" clId="{A7FFDEB3-DD42-474A-83C2-EBBA34E4A850}" dt="2024-01-01T01:28:56.530" v="256"/>
          <ac:spMkLst>
            <pc:docMk/>
            <pc:sldMk cId="4168182588" sldId="282"/>
            <ac:spMk id="25" creationId="{517D57D1-45E4-BBC6-2E23-22BAEBB205D7}"/>
          </ac:spMkLst>
        </pc:spChg>
        <pc:spChg chg="add del mod ord">
          <ac:chgData name="Li-Min Lin (林立民)" userId="53904a32-95e8-486a-b665-ed0fc5936058" providerId="ADAL" clId="{A7FFDEB3-DD42-474A-83C2-EBBA34E4A850}" dt="2024-01-01T01:29:26.620" v="259"/>
          <ac:spMkLst>
            <pc:docMk/>
            <pc:sldMk cId="4168182588" sldId="282"/>
            <ac:spMk id="27" creationId="{474F70E1-AA52-83B0-B14D-F58FFC1F40DB}"/>
          </ac:spMkLst>
        </pc:spChg>
        <pc:spChg chg="add mod">
          <ac:chgData name="Li-Min Lin (林立民)" userId="53904a32-95e8-486a-b665-ed0fc5936058" providerId="ADAL" clId="{A7FFDEB3-DD42-474A-83C2-EBBA34E4A850}" dt="2024-01-01T02:22:29.739" v="897" actId="1076"/>
          <ac:spMkLst>
            <pc:docMk/>
            <pc:sldMk cId="4168182588" sldId="282"/>
            <ac:spMk id="34" creationId="{C79258AD-9474-FF3A-DDA2-FE5DA370685C}"/>
          </ac:spMkLst>
        </pc:spChg>
        <pc:spChg chg="add mod">
          <ac:chgData name="Li-Min Lin (林立民)" userId="53904a32-95e8-486a-b665-ed0fc5936058" providerId="ADAL" clId="{A7FFDEB3-DD42-474A-83C2-EBBA34E4A850}" dt="2024-01-01T02:22:49.110" v="904" actId="1076"/>
          <ac:spMkLst>
            <pc:docMk/>
            <pc:sldMk cId="4168182588" sldId="282"/>
            <ac:spMk id="35" creationId="{F801D95C-CB54-131C-85C7-5961A79975EE}"/>
          </ac:spMkLst>
        </pc:spChg>
        <pc:picChg chg="add del mod">
          <ac:chgData name="Li-Min Lin (林立民)" userId="53904a32-95e8-486a-b665-ed0fc5936058" providerId="ADAL" clId="{A7FFDEB3-DD42-474A-83C2-EBBA34E4A850}" dt="2024-01-01T01:27:58.501" v="245" actId="478"/>
          <ac:picMkLst>
            <pc:docMk/>
            <pc:sldMk cId="4168182588" sldId="282"/>
            <ac:picMk id="9" creationId="{D2C2D61B-1342-5205-6553-7ECD49DB11D5}"/>
          </ac:picMkLst>
        </pc:picChg>
        <pc:picChg chg="add del mod">
          <ac:chgData name="Li-Min Lin (林立民)" userId="53904a32-95e8-486a-b665-ed0fc5936058" providerId="ADAL" clId="{A7FFDEB3-DD42-474A-83C2-EBBA34E4A850}" dt="2024-01-01T01:27:59.148" v="246" actId="478"/>
          <ac:picMkLst>
            <pc:docMk/>
            <pc:sldMk cId="4168182588" sldId="282"/>
            <ac:picMk id="11" creationId="{8E4218AE-EC5C-AB6A-3CEF-CB122F605326}"/>
          </ac:picMkLst>
        </pc:picChg>
        <pc:picChg chg="add mod">
          <ac:chgData name="Li-Min Lin (林立民)" userId="53904a32-95e8-486a-b665-ed0fc5936058" providerId="ADAL" clId="{A7FFDEB3-DD42-474A-83C2-EBBA34E4A850}" dt="2024-01-01T01:28:57.419" v="258" actId="962"/>
          <ac:picMkLst>
            <pc:docMk/>
            <pc:sldMk cId="4168182588" sldId="282"/>
            <ac:picMk id="29" creationId="{37668C36-B608-87D3-40EF-7A764B7A1CBC}"/>
          </ac:picMkLst>
        </pc:picChg>
        <pc:picChg chg="add mod">
          <ac:chgData name="Li-Min Lin (林立民)" userId="53904a32-95e8-486a-b665-ed0fc5936058" providerId="ADAL" clId="{A7FFDEB3-DD42-474A-83C2-EBBA34E4A850}" dt="2024-01-01T01:29:27.399" v="261" actId="962"/>
          <ac:picMkLst>
            <pc:docMk/>
            <pc:sldMk cId="4168182588" sldId="282"/>
            <ac:picMk id="31" creationId="{5D3E9577-04DD-E332-0E37-B1E8B4125DFB}"/>
          </ac:picMkLst>
        </pc:picChg>
        <pc:cxnChg chg="add mod">
          <ac:chgData name="Li-Min Lin (林立民)" userId="53904a32-95e8-486a-b665-ed0fc5936058" providerId="ADAL" clId="{A7FFDEB3-DD42-474A-83C2-EBBA34E4A850}" dt="2024-01-01T01:29:42.391" v="265" actId="14100"/>
          <ac:cxnSpMkLst>
            <pc:docMk/>
            <pc:sldMk cId="4168182588" sldId="282"/>
            <ac:cxnSpMk id="23" creationId="{1F002389-B15C-28FD-AF61-3154235BE41B}"/>
          </ac:cxnSpMkLst>
        </pc:cxnChg>
      </pc:sldChg>
      <pc:sldChg chg="addSp delSp modSp new mod">
        <pc:chgData name="Li-Min Lin (林立民)" userId="53904a32-95e8-486a-b665-ed0fc5936058" providerId="ADAL" clId="{A7FFDEB3-DD42-474A-83C2-EBBA34E4A850}" dt="2024-01-01T02:50:16.334" v="1543"/>
        <pc:sldMkLst>
          <pc:docMk/>
          <pc:sldMk cId="2449576195" sldId="283"/>
        </pc:sldMkLst>
        <pc:spChg chg="del">
          <ac:chgData name="Li-Min Lin (林立民)" userId="53904a32-95e8-486a-b665-ed0fc5936058" providerId="ADAL" clId="{A7FFDEB3-DD42-474A-83C2-EBBA34E4A850}" dt="2024-01-01T01:15:38.416" v="231"/>
          <ac:spMkLst>
            <pc:docMk/>
            <pc:sldMk cId="2449576195" sldId="283"/>
            <ac:spMk id="3" creationId="{432ECD0B-01BE-8A7F-8780-90A686B0FF1B}"/>
          </ac:spMkLst>
        </pc:spChg>
        <pc:spChg chg="del">
          <ac:chgData name="Li-Min Lin (林立民)" userId="53904a32-95e8-486a-b665-ed0fc5936058" providerId="ADAL" clId="{A7FFDEB3-DD42-474A-83C2-EBBA34E4A850}" dt="2024-01-01T01:17:00.176" v="234"/>
          <ac:spMkLst>
            <pc:docMk/>
            <pc:sldMk cId="2449576195" sldId="283"/>
            <ac:spMk id="4" creationId="{1581BD2C-71E8-370C-99A4-DC9B73FC68FE}"/>
          </ac:spMkLst>
        </pc:spChg>
        <pc:spChg chg="mod">
          <ac:chgData name="Li-Min Lin (林立民)" userId="53904a32-95e8-486a-b665-ed0fc5936058" providerId="ADAL" clId="{A7FFDEB3-DD42-474A-83C2-EBBA34E4A850}" dt="2024-01-01T01:30:41.465" v="291" actId="20577"/>
          <ac:spMkLst>
            <pc:docMk/>
            <pc:sldMk cId="2449576195" sldId="283"/>
            <ac:spMk id="5" creationId="{5654C5FA-E89E-A37B-3323-F92AC49BF87D}"/>
          </ac:spMkLst>
        </pc:spChg>
        <pc:spChg chg="add del mod">
          <ac:chgData name="Li-Min Lin (林立民)" userId="53904a32-95e8-486a-b665-ed0fc5936058" providerId="ADAL" clId="{A7FFDEB3-DD42-474A-83C2-EBBA34E4A850}" dt="2024-01-01T01:27:21.607" v="238"/>
          <ac:spMkLst>
            <pc:docMk/>
            <pc:sldMk cId="2449576195" sldId="283"/>
            <ac:spMk id="11" creationId="{57DCBB69-D198-4861-0FCA-7D5A37A83247}"/>
          </ac:spMkLst>
        </pc:spChg>
        <pc:spChg chg="add del mod">
          <ac:chgData name="Li-Min Lin (林立民)" userId="53904a32-95e8-486a-b665-ed0fc5936058" providerId="ADAL" clId="{A7FFDEB3-DD42-474A-83C2-EBBA34E4A850}" dt="2024-01-01T01:27:51.297" v="242"/>
          <ac:spMkLst>
            <pc:docMk/>
            <pc:sldMk cId="2449576195" sldId="283"/>
            <ac:spMk id="15" creationId="{9F9F1FE8-9EAE-9C31-552B-81FF81FC4FFC}"/>
          </ac:spMkLst>
        </pc:spChg>
        <pc:spChg chg="add mod">
          <ac:chgData name="Li-Min Lin (林立民)" userId="53904a32-95e8-486a-b665-ed0fc5936058" providerId="ADAL" clId="{A7FFDEB3-DD42-474A-83C2-EBBA34E4A850}" dt="2024-01-01T02:22:52.308" v="905"/>
          <ac:spMkLst>
            <pc:docMk/>
            <pc:sldMk cId="2449576195" sldId="283"/>
            <ac:spMk id="18" creationId="{C35A1F3F-8004-BB2D-F410-2E02319DE944}"/>
          </ac:spMkLst>
        </pc:spChg>
        <pc:spChg chg="add mod">
          <ac:chgData name="Li-Min Lin (林立民)" userId="53904a32-95e8-486a-b665-ed0fc5936058" providerId="ADAL" clId="{A7FFDEB3-DD42-474A-83C2-EBBA34E4A850}" dt="2024-01-01T02:22:55.297" v="906"/>
          <ac:spMkLst>
            <pc:docMk/>
            <pc:sldMk cId="2449576195" sldId="283"/>
            <ac:spMk id="19" creationId="{13BB204E-C3FE-173E-1D1D-7EE0B56E1740}"/>
          </ac:spMkLst>
        </pc:spChg>
        <pc:spChg chg="add del mod">
          <ac:chgData name="Li-Min Lin (林立民)" userId="53904a32-95e8-486a-b665-ed0fc5936058" providerId="ADAL" clId="{A7FFDEB3-DD42-474A-83C2-EBBA34E4A850}" dt="2024-01-01T02:23:02.513" v="910"/>
          <ac:spMkLst>
            <pc:docMk/>
            <pc:sldMk cId="2449576195" sldId="283"/>
            <ac:spMk id="20" creationId="{DA1E94F1-FB26-DAAF-4E32-AA70E512892A}"/>
          </ac:spMkLst>
        </pc:spChg>
        <pc:spChg chg="add del mod">
          <ac:chgData name="Li-Min Lin (林立民)" userId="53904a32-95e8-486a-b665-ed0fc5936058" providerId="ADAL" clId="{A7FFDEB3-DD42-474A-83C2-EBBA34E4A850}" dt="2024-01-01T02:50:16.334" v="1543"/>
          <ac:spMkLst>
            <pc:docMk/>
            <pc:sldMk cId="2449576195" sldId="283"/>
            <ac:spMk id="21" creationId="{CE7A5DFC-EB1A-39AE-30A0-9DD05D1AC6CF}"/>
          </ac:spMkLst>
        </pc:spChg>
        <pc:spChg chg="add del mod">
          <ac:chgData name="Li-Min Lin (林立民)" userId="53904a32-95e8-486a-b665-ed0fc5936058" providerId="ADAL" clId="{A7FFDEB3-DD42-474A-83C2-EBBA34E4A850}" dt="2024-01-01T02:50:16.334" v="1543"/>
          <ac:spMkLst>
            <pc:docMk/>
            <pc:sldMk cId="2449576195" sldId="283"/>
            <ac:spMk id="22" creationId="{DB669589-E94B-9CAF-18F3-4A3742A1EE6C}"/>
          </ac:spMkLst>
        </pc:spChg>
        <pc:picChg chg="add del mod">
          <ac:chgData name="Li-Min Lin (林立民)" userId="53904a32-95e8-486a-b665-ed0fc5936058" providerId="ADAL" clId="{A7FFDEB3-DD42-474A-83C2-EBBA34E4A850}" dt="2024-01-01T01:27:48.425" v="241" actId="478"/>
          <ac:picMkLst>
            <pc:docMk/>
            <pc:sldMk cId="2449576195" sldId="283"/>
            <ac:picMk id="7" creationId="{3D0F4442-9133-EFBF-0313-419D9C303DAD}"/>
          </ac:picMkLst>
        </pc:picChg>
        <pc:picChg chg="add del mod">
          <ac:chgData name="Li-Min Lin (林立民)" userId="53904a32-95e8-486a-b665-ed0fc5936058" providerId="ADAL" clId="{A7FFDEB3-DD42-474A-83C2-EBBA34E4A850}" dt="2024-01-01T01:27:17.655" v="237" actId="478"/>
          <ac:picMkLst>
            <pc:docMk/>
            <pc:sldMk cId="2449576195" sldId="283"/>
            <ac:picMk id="9" creationId="{2E26F9A5-003A-FD29-0BE7-AB28101E51A8}"/>
          </ac:picMkLst>
        </pc:picChg>
        <pc:picChg chg="add mod">
          <ac:chgData name="Li-Min Lin (林立民)" userId="53904a32-95e8-486a-b665-ed0fc5936058" providerId="ADAL" clId="{A7FFDEB3-DD42-474A-83C2-EBBA34E4A850}" dt="2024-01-01T01:27:23.186" v="240" actId="962"/>
          <ac:picMkLst>
            <pc:docMk/>
            <pc:sldMk cId="2449576195" sldId="283"/>
            <ac:picMk id="13" creationId="{35682E14-BC55-D10C-AD75-6239E5BD226F}"/>
          </ac:picMkLst>
        </pc:picChg>
        <pc:picChg chg="add mod">
          <ac:chgData name="Li-Min Lin (林立民)" userId="53904a32-95e8-486a-b665-ed0fc5936058" providerId="ADAL" clId="{A7FFDEB3-DD42-474A-83C2-EBBA34E4A850}" dt="2024-01-01T01:27:52.197" v="244" actId="962"/>
          <ac:picMkLst>
            <pc:docMk/>
            <pc:sldMk cId="2449576195" sldId="283"/>
            <ac:picMk id="17" creationId="{5D5407E4-4F56-499C-79DF-5F32ACFDA263}"/>
          </ac:picMkLst>
        </pc:picChg>
        <pc:cxnChg chg="add del mod">
          <ac:chgData name="Li-Min Lin (林立民)" userId="53904a32-95e8-486a-b665-ed0fc5936058" providerId="ADAL" clId="{A7FFDEB3-DD42-474A-83C2-EBBA34E4A850}" dt="2024-01-01T02:50:16.334" v="1543"/>
          <ac:cxnSpMkLst>
            <pc:docMk/>
            <pc:sldMk cId="2449576195" sldId="283"/>
            <ac:cxnSpMk id="23" creationId="{55DE7B3F-4A1D-B8CB-9F01-08DC87A67874}"/>
          </ac:cxnSpMkLst>
        </pc:cxnChg>
      </pc:sldChg>
      <pc:sldChg chg="addSp delSp modSp new mod">
        <pc:chgData name="Li-Min Lin (林立民)" userId="53904a32-95e8-486a-b665-ed0fc5936058" providerId="ADAL" clId="{A7FFDEB3-DD42-474A-83C2-EBBA34E4A850}" dt="2024-01-01T02:50:23.411" v="1545" actId="14100"/>
        <pc:sldMkLst>
          <pc:docMk/>
          <pc:sldMk cId="1183286257" sldId="284"/>
        </pc:sldMkLst>
        <pc:spChg chg="add del">
          <ac:chgData name="Li-Min Lin (林立民)" userId="53904a32-95e8-486a-b665-ed0fc5936058" providerId="ADAL" clId="{A7FFDEB3-DD42-474A-83C2-EBBA34E4A850}" dt="2024-01-01T02:18:12.818" v="830"/>
          <ac:spMkLst>
            <pc:docMk/>
            <pc:sldMk cId="1183286257" sldId="284"/>
            <ac:spMk id="3" creationId="{629378FB-1C40-294C-037D-68D61DBB4E04}"/>
          </ac:spMkLst>
        </pc:spChg>
        <pc:spChg chg="del">
          <ac:chgData name="Li-Min Lin (林立民)" userId="53904a32-95e8-486a-b665-ed0fc5936058" providerId="ADAL" clId="{A7FFDEB3-DD42-474A-83C2-EBBA34E4A850}" dt="2024-01-01T02:13:39.909" v="827"/>
          <ac:spMkLst>
            <pc:docMk/>
            <pc:sldMk cId="1183286257" sldId="284"/>
            <ac:spMk id="4" creationId="{B7351CAC-221D-FB5E-FD0C-A3EA73E4073D}"/>
          </ac:spMkLst>
        </pc:spChg>
        <pc:spChg chg="mod">
          <ac:chgData name="Li-Min Lin (林立民)" userId="53904a32-95e8-486a-b665-ed0fc5936058" providerId="ADAL" clId="{A7FFDEB3-DD42-474A-83C2-EBBA34E4A850}" dt="2024-01-01T02:18:51.862" v="876" actId="20577"/>
          <ac:spMkLst>
            <pc:docMk/>
            <pc:sldMk cId="1183286257" sldId="284"/>
            <ac:spMk id="5" creationId="{F98FEDFF-B5AE-B9B4-8D05-9F4D0B47172C}"/>
          </ac:spMkLst>
        </pc:spChg>
        <pc:spChg chg="add del mod">
          <ac:chgData name="Li-Min Lin (林立民)" userId="53904a32-95e8-486a-b665-ed0fc5936058" providerId="ADAL" clId="{A7FFDEB3-DD42-474A-83C2-EBBA34E4A850}" dt="2024-01-01T02:18:29.541" v="834"/>
          <ac:spMkLst>
            <pc:docMk/>
            <pc:sldMk cId="1183286257" sldId="284"/>
            <ac:spMk id="13" creationId="{0B2037C9-9196-79BC-944A-B20E2BACFC9D}"/>
          </ac:spMkLst>
        </pc:spChg>
        <pc:spChg chg="add mod">
          <ac:chgData name="Li-Min Lin (林立民)" userId="53904a32-95e8-486a-b665-ed0fc5936058" providerId="ADAL" clId="{A7FFDEB3-DD42-474A-83C2-EBBA34E4A850}" dt="2024-01-01T02:22:57.274" v="907"/>
          <ac:spMkLst>
            <pc:docMk/>
            <pc:sldMk cId="1183286257" sldId="284"/>
            <ac:spMk id="16" creationId="{405DB7EC-90F1-362C-DE4A-56089E859EAD}"/>
          </ac:spMkLst>
        </pc:spChg>
        <pc:spChg chg="add mod">
          <ac:chgData name="Li-Min Lin (林立民)" userId="53904a32-95e8-486a-b665-ed0fc5936058" providerId="ADAL" clId="{A7FFDEB3-DD42-474A-83C2-EBBA34E4A850}" dt="2024-01-01T02:23:05.585" v="912"/>
          <ac:spMkLst>
            <pc:docMk/>
            <pc:sldMk cId="1183286257" sldId="284"/>
            <ac:spMk id="17" creationId="{E46284C4-4566-051E-E33A-2BBF97439B95}"/>
          </ac:spMkLst>
        </pc:spChg>
        <pc:spChg chg="add mod">
          <ac:chgData name="Li-Min Lin (林立民)" userId="53904a32-95e8-486a-b665-ed0fc5936058" providerId="ADAL" clId="{A7FFDEB3-DD42-474A-83C2-EBBA34E4A850}" dt="2024-01-01T02:50:17.123" v="1544"/>
          <ac:spMkLst>
            <pc:docMk/>
            <pc:sldMk cId="1183286257" sldId="284"/>
            <ac:spMk id="18" creationId="{9AF73EE1-EDE9-9779-A520-64E5A30A474B}"/>
          </ac:spMkLst>
        </pc:spChg>
        <pc:spChg chg="add mod">
          <ac:chgData name="Li-Min Lin (林立民)" userId="53904a32-95e8-486a-b665-ed0fc5936058" providerId="ADAL" clId="{A7FFDEB3-DD42-474A-83C2-EBBA34E4A850}" dt="2024-01-01T02:50:23.411" v="1545" actId="14100"/>
          <ac:spMkLst>
            <pc:docMk/>
            <pc:sldMk cId="1183286257" sldId="284"/>
            <ac:spMk id="19" creationId="{2941C32B-105A-BD74-395A-D4C4A5E61E0A}"/>
          </ac:spMkLst>
        </pc:spChg>
        <pc:picChg chg="add del mod">
          <ac:chgData name="Li-Min Lin (林立民)" userId="53904a32-95e8-486a-b665-ed0fc5936058" providerId="ADAL" clId="{A7FFDEB3-DD42-474A-83C2-EBBA34E4A850}" dt="2024-01-01T02:13:35.462" v="826"/>
          <ac:picMkLst>
            <pc:docMk/>
            <pc:sldMk cId="1183286257" sldId="284"/>
            <ac:picMk id="7" creationId="{55A3E01E-17F6-CB37-7C61-C9B40492494D}"/>
          </ac:picMkLst>
        </pc:picChg>
        <pc:picChg chg="add del mod">
          <ac:chgData name="Li-Min Lin (林立民)" userId="53904a32-95e8-486a-b665-ed0fc5936058" providerId="ADAL" clId="{A7FFDEB3-DD42-474A-83C2-EBBA34E4A850}" dt="2024-01-01T02:18:18.721" v="833" actId="478"/>
          <ac:picMkLst>
            <pc:docMk/>
            <pc:sldMk cId="1183286257" sldId="284"/>
            <ac:picMk id="9" creationId="{8E6E62A3-5158-71A0-3767-3822E55EBC61}"/>
          </ac:picMkLst>
        </pc:picChg>
        <pc:picChg chg="add mod">
          <ac:chgData name="Li-Min Lin (林立民)" userId="53904a32-95e8-486a-b665-ed0fc5936058" providerId="ADAL" clId="{A7FFDEB3-DD42-474A-83C2-EBBA34E4A850}" dt="2024-01-01T02:18:14.142" v="832" actId="962"/>
          <ac:picMkLst>
            <pc:docMk/>
            <pc:sldMk cId="1183286257" sldId="284"/>
            <ac:picMk id="11" creationId="{3772026C-215A-E28D-A8D4-5A8A72FCE08E}"/>
          </ac:picMkLst>
        </pc:picChg>
        <pc:picChg chg="add mod">
          <ac:chgData name="Li-Min Lin (林立民)" userId="53904a32-95e8-486a-b665-ed0fc5936058" providerId="ADAL" clId="{A7FFDEB3-DD42-474A-83C2-EBBA34E4A850}" dt="2024-01-01T02:18:30.247" v="836" actId="962"/>
          <ac:picMkLst>
            <pc:docMk/>
            <pc:sldMk cId="1183286257" sldId="284"/>
            <ac:picMk id="15" creationId="{F4AEB48F-E3C4-A647-CCDB-F617ABFAE379}"/>
          </ac:picMkLst>
        </pc:picChg>
        <pc:cxnChg chg="add mod">
          <ac:chgData name="Li-Min Lin (林立民)" userId="53904a32-95e8-486a-b665-ed0fc5936058" providerId="ADAL" clId="{A7FFDEB3-DD42-474A-83C2-EBBA34E4A850}" dt="2024-01-01T02:50:23.411" v="1545" actId="14100"/>
          <ac:cxnSpMkLst>
            <pc:docMk/>
            <pc:sldMk cId="1183286257" sldId="284"/>
            <ac:cxnSpMk id="20" creationId="{4250AB88-A199-9DF8-9349-E31023D7A9A8}"/>
          </ac:cxnSpMkLst>
        </pc:cxnChg>
      </pc:sldChg>
      <pc:sldChg chg="addSp delSp modSp new mod">
        <pc:chgData name="Li-Min Lin (林立民)" userId="53904a32-95e8-486a-b665-ed0fc5936058" providerId="ADAL" clId="{A7FFDEB3-DD42-474A-83C2-EBBA34E4A850}" dt="2024-01-01T02:23:11.060" v="914"/>
        <pc:sldMkLst>
          <pc:docMk/>
          <pc:sldMk cId="490179475" sldId="285"/>
        </pc:sldMkLst>
        <pc:spChg chg="del">
          <ac:chgData name="Li-Min Lin (林立民)" userId="53904a32-95e8-486a-b665-ed0fc5936058" providerId="ADAL" clId="{A7FFDEB3-DD42-474A-83C2-EBBA34E4A850}" dt="2024-01-01T02:21:00.661" v="880"/>
          <ac:spMkLst>
            <pc:docMk/>
            <pc:sldMk cId="490179475" sldId="285"/>
            <ac:spMk id="3" creationId="{ECE8C717-3ECA-1D20-21D7-B9CD25A07201}"/>
          </ac:spMkLst>
        </pc:spChg>
        <pc:spChg chg="del">
          <ac:chgData name="Li-Min Lin (林立民)" userId="53904a32-95e8-486a-b665-ed0fc5936058" providerId="ADAL" clId="{A7FFDEB3-DD42-474A-83C2-EBBA34E4A850}" dt="2024-01-01T02:21:41.130" v="883"/>
          <ac:spMkLst>
            <pc:docMk/>
            <pc:sldMk cId="490179475" sldId="285"/>
            <ac:spMk id="4" creationId="{5990B8C7-2ECC-0034-0BDC-4EEDF76C59A4}"/>
          </ac:spMkLst>
        </pc:spChg>
        <pc:spChg chg="mod">
          <ac:chgData name="Li-Min Lin (林立民)" userId="53904a32-95e8-486a-b665-ed0fc5936058" providerId="ADAL" clId="{A7FFDEB3-DD42-474A-83C2-EBBA34E4A850}" dt="2024-01-01T02:19:10.003" v="879"/>
          <ac:spMkLst>
            <pc:docMk/>
            <pc:sldMk cId="490179475" sldId="285"/>
            <ac:spMk id="5" creationId="{CF52E87A-69BE-9CBC-2F90-8840196D46C0}"/>
          </ac:spMkLst>
        </pc:spChg>
        <pc:spChg chg="add del mod">
          <ac:chgData name="Li-Min Lin (林立民)" userId="53904a32-95e8-486a-b665-ed0fc5936058" providerId="ADAL" clId="{A7FFDEB3-DD42-474A-83C2-EBBA34E4A850}" dt="2024-01-01T02:23:03.434" v="911"/>
          <ac:spMkLst>
            <pc:docMk/>
            <pc:sldMk cId="490179475" sldId="285"/>
            <ac:spMk id="10" creationId="{80C5A663-6BFA-879E-29BD-BDC07FC81C6A}"/>
          </ac:spMkLst>
        </pc:spChg>
        <pc:spChg chg="add mod">
          <ac:chgData name="Li-Min Lin (林立民)" userId="53904a32-95e8-486a-b665-ed0fc5936058" providerId="ADAL" clId="{A7FFDEB3-DD42-474A-83C2-EBBA34E4A850}" dt="2024-01-01T02:23:06.063" v="913"/>
          <ac:spMkLst>
            <pc:docMk/>
            <pc:sldMk cId="490179475" sldId="285"/>
            <ac:spMk id="11" creationId="{AA9F4824-A835-92A3-AFB6-D113700520BC}"/>
          </ac:spMkLst>
        </pc:spChg>
        <pc:spChg chg="add mod">
          <ac:chgData name="Li-Min Lin (林立民)" userId="53904a32-95e8-486a-b665-ed0fc5936058" providerId="ADAL" clId="{A7FFDEB3-DD42-474A-83C2-EBBA34E4A850}" dt="2024-01-01T02:23:11.060" v="914"/>
          <ac:spMkLst>
            <pc:docMk/>
            <pc:sldMk cId="490179475" sldId="285"/>
            <ac:spMk id="12" creationId="{D16BB985-DDD7-C50B-1501-42C5E5E9F992}"/>
          </ac:spMkLst>
        </pc:spChg>
        <pc:picChg chg="add mod">
          <ac:chgData name="Li-Min Lin (林立民)" userId="53904a32-95e8-486a-b665-ed0fc5936058" providerId="ADAL" clId="{A7FFDEB3-DD42-474A-83C2-EBBA34E4A850}" dt="2024-01-01T02:21:01.786" v="882" actId="962"/>
          <ac:picMkLst>
            <pc:docMk/>
            <pc:sldMk cId="490179475" sldId="285"/>
            <ac:picMk id="7" creationId="{E95C186B-6A3D-5FE6-21CC-1D615FB1467C}"/>
          </ac:picMkLst>
        </pc:picChg>
        <pc:picChg chg="add mod">
          <ac:chgData name="Li-Min Lin (林立民)" userId="53904a32-95e8-486a-b665-ed0fc5936058" providerId="ADAL" clId="{A7FFDEB3-DD42-474A-83C2-EBBA34E4A850}" dt="2024-01-01T02:21:42.135" v="885" actId="962"/>
          <ac:picMkLst>
            <pc:docMk/>
            <pc:sldMk cId="490179475" sldId="285"/>
            <ac:picMk id="9" creationId="{A078977E-FD34-4B22-A7FB-5656570722B2}"/>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E133BF5F-174E-40A4-9866-37369B60B4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9B48160D-002A-4C38-B685-9D01781CDFC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1C3437A-2548-46BD-BA5A-B2CEE9B60B79}" type="datetimeFigureOut">
              <a:rPr lang="zh-TW" altLang="en-US" smtClean="0"/>
              <a:t>2024/1/3</a:t>
            </a:fld>
            <a:endParaRPr lang="zh-TW" altLang="en-US"/>
          </a:p>
        </p:txBody>
      </p:sp>
      <p:sp>
        <p:nvSpPr>
          <p:cNvPr id="4" name="頁尾版面配置區 3">
            <a:extLst>
              <a:ext uri="{FF2B5EF4-FFF2-40B4-BE49-F238E27FC236}">
                <a16:creationId xmlns:a16="http://schemas.microsoft.com/office/drawing/2014/main" id="{56C9DBB5-AEAC-42FF-B31A-63350E0F6F9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BB254148-141F-4002-9FE0-E42D865965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57ED40-27C7-4C17-9AA3-9A8BEF720B9E}" type="slidenum">
              <a:rPr lang="zh-TW" altLang="en-US" smtClean="0"/>
              <a:t>‹#›</a:t>
            </a:fld>
            <a:endParaRPr lang="zh-TW" altLang="en-US"/>
          </a:p>
        </p:txBody>
      </p:sp>
    </p:spTree>
    <p:extLst>
      <p:ext uri="{BB962C8B-B14F-4D97-AF65-F5344CB8AC3E}">
        <p14:creationId xmlns:p14="http://schemas.microsoft.com/office/powerpoint/2010/main" val="38491851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3E4A5B-860F-48A8-8317-191E0EF4C33B}" type="datetimeFigureOut">
              <a:rPr lang="en-GB" smtClean="0"/>
              <a:pPr/>
              <a:t>03/01/2024</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0ABA6D-F0DA-4F85-A720-04754C301D6D}" type="slidenum">
              <a:rPr lang="en-GB" smtClean="0"/>
              <a:pPr/>
              <a:t>‹#›</a:t>
            </a:fld>
            <a:endParaRPr lang="en-GB" dirty="0"/>
          </a:p>
        </p:txBody>
      </p:sp>
    </p:spTree>
    <p:extLst>
      <p:ext uri="{BB962C8B-B14F-4D97-AF65-F5344CB8AC3E}">
        <p14:creationId xmlns:p14="http://schemas.microsoft.com/office/powerpoint/2010/main" val="1088237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D0ABA6D-F0DA-4F85-A720-04754C301D6D}" type="slidenum">
              <a:rPr lang="en-GB" smtClean="0"/>
              <a:pPr/>
              <a:t>1</a:t>
            </a:fld>
            <a:endParaRPr lang="en-GB" dirty="0"/>
          </a:p>
        </p:txBody>
      </p:sp>
    </p:spTree>
    <p:extLst>
      <p:ext uri="{BB962C8B-B14F-4D97-AF65-F5344CB8AC3E}">
        <p14:creationId xmlns:p14="http://schemas.microsoft.com/office/powerpoint/2010/main" val="2180385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D0ABA6D-F0DA-4F85-A720-04754C301D6D}" type="slidenum">
              <a:rPr lang="en-GB" smtClean="0"/>
              <a:pPr/>
              <a:t>8</a:t>
            </a:fld>
            <a:endParaRPr lang="en-GB" dirty="0"/>
          </a:p>
        </p:txBody>
      </p:sp>
    </p:spTree>
    <p:extLst>
      <p:ext uri="{BB962C8B-B14F-4D97-AF65-F5344CB8AC3E}">
        <p14:creationId xmlns:p14="http://schemas.microsoft.com/office/powerpoint/2010/main" val="34501295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Formal">
    <p:bg>
      <p:bgPr>
        <a:solidFill>
          <a:srgbClr val="F39A1E"/>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2FC31B8-C0A5-4C17-8479-A454E6F28946}"/>
              </a:ext>
            </a:extLst>
          </p:cNvPr>
          <p:cNvSpPr/>
          <p:nvPr userDrawn="1"/>
        </p:nvSpPr>
        <p:spPr>
          <a:xfrm>
            <a:off x="346177" y="4721013"/>
            <a:ext cx="3713721" cy="292785"/>
          </a:xfrm>
          <a:prstGeom prst="rect">
            <a:avLst/>
          </a:prstGeom>
          <a:solidFill>
            <a:srgbClr val="F39A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altLang="zh-TW" sz="800" kern="1200" dirty="0">
                <a:solidFill>
                  <a:schemeClr val="bg1"/>
                </a:solidFill>
                <a:effectLst/>
                <a:latin typeface="+mn-lt"/>
                <a:ea typeface="+mn-ea"/>
                <a:cs typeface="+mn-cs"/>
              </a:rPr>
              <a:t>MediaTek Proprietary and Confidential. © 2022 MediaTek Inc. All rights reserved.</a:t>
            </a:r>
            <a:endParaRPr lang="en-GB" altLang="zh-TW" sz="800" dirty="0">
              <a:solidFill>
                <a:schemeClr val="bg1"/>
              </a:solidFill>
              <a:latin typeface="+mn-lt"/>
            </a:endParaRPr>
          </a:p>
        </p:txBody>
      </p:sp>
      <p:sp>
        <p:nvSpPr>
          <p:cNvPr id="4" name="文字方塊 3"/>
          <p:cNvSpPr txBox="1"/>
          <p:nvPr userDrawn="1"/>
        </p:nvSpPr>
        <p:spPr>
          <a:xfrm>
            <a:off x="2382251" y="3048755"/>
            <a:ext cx="6545703" cy="885571"/>
          </a:xfrm>
          <a:prstGeom prst="rect">
            <a:avLst/>
          </a:prstGeom>
        </p:spPr>
        <p:txBody>
          <a:bodyPr wrap="square" lIns="0" tIns="0" rIns="0" bIns="0" rtlCol="0">
            <a:noAutofit/>
          </a:bodyPr>
          <a:lstStyle/>
          <a:p>
            <a:endParaRPr lang="zh-TW" altLang="en-US" dirty="0"/>
          </a:p>
        </p:txBody>
      </p:sp>
      <p:sp>
        <p:nvSpPr>
          <p:cNvPr id="12" name="文字版面配置區 20">
            <a:extLst>
              <a:ext uri="{FF2B5EF4-FFF2-40B4-BE49-F238E27FC236}">
                <a16:creationId xmlns:a16="http://schemas.microsoft.com/office/drawing/2014/main" id="{0878BF3B-8DAC-42C9-92B7-F9EC0BA19FCE}"/>
              </a:ext>
            </a:extLst>
          </p:cNvPr>
          <p:cNvSpPr>
            <a:spLocks noGrp="1"/>
          </p:cNvSpPr>
          <p:nvPr>
            <p:ph type="body" sz="quarter" idx="13" hasCustomPrompt="1"/>
          </p:nvPr>
        </p:nvSpPr>
        <p:spPr>
          <a:xfrm>
            <a:off x="2370668" y="2093214"/>
            <a:ext cx="5841788" cy="64046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3200" b="1">
                <a:solidFill>
                  <a:schemeClr val="bg1"/>
                </a:solidFill>
                <a:latin typeface="Calibri" panose="020F0502020204030204" pitchFamily="34" charset="0"/>
                <a:ea typeface="Microsoft YaHei" panose="020B0503020204020204" pitchFamily="34" charset="-122"/>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zh-CN" altLang="en-US" dirty="0"/>
              <a:t>标题使用粗体</a:t>
            </a:r>
            <a:r>
              <a:rPr lang="en-US" altLang="zh-TW" dirty="0"/>
              <a:t>32pts</a:t>
            </a:r>
            <a:endParaRPr lang="zh-TW" altLang="en-US" dirty="0"/>
          </a:p>
        </p:txBody>
      </p:sp>
      <p:pic>
        <p:nvPicPr>
          <p:cNvPr id="13" name="圖片 12">
            <a:extLst>
              <a:ext uri="{FF2B5EF4-FFF2-40B4-BE49-F238E27FC236}">
                <a16:creationId xmlns:a16="http://schemas.microsoft.com/office/drawing/2014/main" id="{CC6B121D-85E8-4ED7-AF42-7E852007BAF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73736" y="1361899"/>
            <a:ext cx="1894918" cy="517459"/>
          </a:xfrm>
          <a:prstGeom prst="rect">
            <a:avLst/>
          </a:prstGeom>
        </p:spPr>
      </p:pic>
      <p:sp>
        <p:nvSpPr>
          <p:cNvPr id="14" name="文字版面配置區 20">
            <a:extLst>
              <a:ext uri="{FF2B5EF4-FFF2-40B4-BE49-F238E27FC236}">
                <a16:creationId xmlns:a16="http://schemas.microsoft.com/office/drawing/2014/main" id="{6EF1C5E5-F541-45A7-A09E-49564F6BBF0C}"/>
              </a:ext>
            </a:extLst>
          </p:cNvPr>
          <p:cNvSpPr>
            <a:spLocks noGrp="1"/>
          </p:cNvSpPr>
          <p:nvPr>
            <p:ph type="body" sz="quarter" idx="14" hasCustomPrompt="1"/>
          </p:nvPr>
        </p:nvSpPr>
        <p:spPr>
          <a:xfrm>
            <a:off x="2370668" y="2733676"/>
            <a:ext cx="4218896" cy="64046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000" b="1">
                <a:solidFill>
                  <a:schemeClr val="bg1"/>
                </a:solidFill>
                <a:latin typeface="Calibri" panose="020F0502020204030204" pitchFamily="34" charset="0"/>
                <a:ea typeface="Microsoft YaHei" panose="020B0503020204020204" pitchFamily="34" charset="-122"/>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zh-TW" altLang="en-US" dirty="0"/>
              <a:t>子</a:t>
            </a:r>
            <a:r>
              <a:rPr lang="zh-CN" altLang="en-US" dirty="0"/>
              <a:t>标题使用粗体</a:t>
            </a:r>
            <a:r>
              <a:rPr lang="en-US" altLang="zh-TW" dirty="0"/>
              <a:t>20pts</a:t>
            </a:r>
            <a:endParaRPr lang="zh-TW" altLang="en-US" dirty="0"/>
          </a:p>
        </p:txBody>
      </p:sp>
    </p:spTree>
    <p:extLst>
      <p:ext uri="{BB962C8B-B14F-4D97-AF65-F5344CB8AC3E}">
        <p14:creationId xmlns:p14="http://schemas.microsoft.com/office/powerpoint/2010/main" val="3964685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7" name="文字版面配置區 6"/>
          <p:cNvSpPr>
            <a:spLocks noGrp="1"/>
          </p:cNvSpPr>
          <p:nvPr>
            <p:ph type="body" sz="quarter" idx="10"/>
          </p:nvPr>
        </p:nvSpPr>
        <p:spPr>
          <a:xfrm>
            <a:off x="323850" y="1032588"/>
            <a:ext cx="8218488" cy="3427445"/>
          </a:xfrm>
          <a:prstGeom prst="rect">
            <a:avLst/>
          </a:prstGeom>
        </p:spPr>
        <p:txBody>
          <a:bodyPr/>
          <a:lstStyle>
            <a:lvl1pPr marL="514350" indent="-514350">
              <a:buFont typeface="Wingdings" panose="05000000000000000000" pitchFamily="2" charset="2"/>
              <a:buChar char="p"/>
              <a:defRPr sz="2000" b="1">
                <a:latin typeface="+mj-lt"/>
              </a:defRPr>
            </a:lvl1pPr>
            <a:lvl2pPr>
              <a:defRPr sz="1600" b="1">
                <a:latin typeface="+mj-lt"/>
              </a:defRPr>
            </a:lvl2pPr>
            <a:lvl3pPr>
              <a:defRPr sz="1200">
                <a:latin typeface="+mj-lt"/>
              </a:defRPr>
            </a:lvl3pPr>
            <a:lvl4pPr>
              <a:defRPr>
                <a:latin typeface="+mj-lt"/>
              </a:defRPr>
            </a:lvl4pPr>
            <a:lvl5pPr>
              <a:defRPr>
                <a:latin typeface="+mj-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6"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1907587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ull">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26" name="內容版面配置區 25"/>
          <p:cNvSpPr>
            <a:spLocks noGrp="1"/>
          </p:cNvSpPr>
          <p:nvPr>
            <p:ph sz="quarter" idx="10"/>
          </p:nvPr>
        </p:nvSpPr>
        <p:spPr>
          <a:xfrm>
            <a:off x="323849" y="1007706"/>
            <a:ext cx="8218489" cy="3707363"/>
          </a:xfrm>
        </p:spPr>
        <p:txBody>
          <a:bodyPr/>
          <a:lstStyle>
            <a:lvl1pPr>
              <a:defRPr sz="1600" b="1">
                <a:latin typeface="+mj-lt"/>
              </a:defRPr>
            </a:lvl1pPr>
            <a:lvl2pPr>
              <a:defRPr sz="1400" b="1">
                <a:latin typeface="+mj-lt"/>
              </a:defRPr>
            </a:lvl2pPr>
            <a:lvl3pPr>
              <a:defRPr sz="1200">
                <a:latin typeface="+mj-lt"/>
              </a:defRPr>
            </a:lvl3pPr>
            <a:lvl4pPr>
              <a:defRPr sz="1100">
                <a:latin typeface="+mj-lt"/>
              </a:defRPr>
            </a:lvl4pPr>
            <a:lvl5pPr>
              <a:defRPr sz="1000">
                <a:latin typeface="+mj-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6"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lvl1pPr>
              <a:defRPr>
                <a:solidFill>
                  <a:srgbClr val="F39A1E"/>
                </a:solidFill>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368998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e">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26" name="內容版面配置區 25"/>
          <p:cNvSpPr>
            <a:spLocks noGrp="1"/>
          </p:cNvSpPr>
          <p:nvPr>
            <p:ph sz="quarter" idx="10"/>
          </p:nvPr>
        </p:nvSpPr>
        <p:spPr>
          <a:xfrm>
            <a:off x="323850" y="1007706"/>
            <a:ext cx="4032126" cy="3707363"/>
          </a:xfrm>
        </p:spPr>
        <p:txBody>
          <a:bodyPr/>
          <a:lstStyle>
            <a:lvl1pPr>
              <a:defRPr sz="2000" b="1">
                <a:latin typeface="+mj-lt"/>
              </a:defRPr>
            </a:lvl1pPr>
            <a:lvl2pPr>
              <a:defRPr sz="1600" b="1">
                <a:latin typeface="+mj-lt"/>
              </a:defRPr>
            </a:lvl2pPr>
            <a:lvl3pPr>
              <a:defRPr sz="1200">
                <a:latin typeface="+mj-lt"/>
              </a:defRPr>
            </a:lvl3pPr>
            <a:lvl4pPr>
              <a:defRPr>
                <a:latin typeface="+mj-lt"/>
              </a:defRPr>
            </a:lvl4pPr>
            <a:lvl5pPr>
              <a:defRPr>
                <a:latin typeface="+mj-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7" name="內容版面配置區 25"/>
          <p:cNvSpPr>
            <a:spLocks noGrp="1"/>
          </p:cNvSpPr>
          <p:nvPr>
            <p:ph sz="quarter" idx="11"/>
          </p:nvPr>
        </p:nvSpPr>
        <p:spPr>
          <a:xfrm>
            <a:off x="4499992" y="1004972"/>
            <a:ext cx="4042347" cy="3707363"/>
          </a:xfrm>
        </p:spPr>
        <p:txBody>
          <a:bodyPr/>
          <a:lstStyle>
            <a:lvl1pPr>
              <a:defRPr sz="2000" b="1">
                <a:latin typeface="+mj-lt"/>
              </a:defRPr>
            </a:lvl1pPr>
            <a:lvl2pPr>
              <a:defRPr sz="1600" b="1">
                <a:latin typeface="+mj-lt"/>
              </a:defRPr>
            </a:lvl2pPr>
            <a:lvl3pPr>
              <a:defRPr sz="1200">
                <a:latin typeface="+mj-lt"/>
              </a:defRPr>
            </a:lvl3pPr>
            <a:lvl4pPr>
              <a:defRPr>
                <a:latin typeface="+mj-lt"/>
              </a:defRPr>
            </a:lvl4pPr>
            <a:lvl5pPr>
              <a:defRPr>
                <a:latin typeface="+mj-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8"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lvl1pPr>
              <a:defRPr>
                <a:solidFill>
                  <a:srgbClr val="F39A1E"/>
                </a:solidFill>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029803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lte only">
    <p:bg>
      <p:bgRef idx="1001">
        <a:schemeClr val="bg1"/>
      </p:bgRef>
    </p:bg>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8"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lvl1pPr>
              <a:defRPr>
                <a:solidFill>
                  <a:srgbClr val="F39A1E"/>
                </a:solidFill>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24048181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
    <p:bg>
      <p:bgRef idx="1001">
        <a:schemeClr val="bg1"/>
      </p:bgRef>
    </p:bg>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Tree>
    <p:extLst>
      <p:ext uri="{BB962C8B-B14F-4D97-AF65-F5344CB8AC3E}">
        <p14:creationId xmlns:p14="http://schemas.microsoft.com/office/powerpoint/2010/main" val="37901912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with subtitles">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415DD189-F23A-4A72-A8E7-12D5CE2E8541}"/>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n-lt"/>
              </a:defRPr>
            </a:lvl1pPr>
          </a:lstStyle>
          <a:p>
            <a:fld id="{0AEF9A4B-07C9-404C-9053-A3A2AC3AD5D6}" type="slidenum">
              <a:rPr lang="en-GB" smtClean="0"/>
              <a:pPr/>
              <a:t>‹#›</a:t>
            </a:fld>
            <a:endParaRPr lang="en-GB" dirty="0"/>
          </a:p>
        </p:txBody>
      </p:sp>
      <p:sp>
        <p:nvSpPr>
          <p:cNvPr id="13" name="文字版面配置區 24">
            <a:extLst>
              <a:ext uri="{FF2B5EF4-FFF2-40B4-BE49-F238E27FC236}">
                <a16:creationId xmlns:a16="http://schemas.microsoft.com/office/drawing/2014/main" id="{0102C623-39B7-482D-AB86-93A92F37124F}"/>
              </a:ext>
            </a:extLst>
          </p:cNvPr>
          <p:cNvSpPr>
            <a:spLocks noGrp="1"/>
          </p:cNvSpPr>
          <p:nvPr>
            <p:ph type="body" sz="quarter" idx="16" hasCustomPrompt="1"/>
          </p:nvPr>
        </p:nvSpPr>
        <p:spPr>
          <a:xfrm>
            <a:off x="311552" y="1818018"/>
            <a:ext cx="8230787" cy="2553931"/>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b="0">
                <a:latin typeface="+mj-lt"/>
                <a:ea typeface="Microsoft YaHei" panose="020B0503020204020204" pitchFamily="34" charset="-122"/>
              </a:defRPr>
            </a:lvl1pPr>
          </a:lstStyle>
          <a:p>
            <a:pPr lvl="0"/>
            <a:r>
              <a:rPr lang="zh-TW" altLang="en-US" dirty="0"/>
              <a:t>內文使用</a:t>
            </a:r>
            <a:r>
              <a:rPr lang="en-US" altLang="zh-TW" dirty="0"/>
              <a:t>12pts</a:t>
            </a:r>
          </a:p>
        </p:txBody>
      </p:sp>
      <p:sp>
        <p:nvSpPr>
          <p:cNvPr id="21" name="文字版面配置區 24">
            <a:extLst>
              <a:ext uri="{FF2B5EF4-FFF2-40B4-BE49-F238E27FC236}">
                <a16:creationId xmlns:a16="http://schemas.microsoft.com/office/drawing/2014/main" id="{926391ED-A1C2-4413-B9C5-9DD36AFED359}"/>
              </a:ext>
            </a:extLst>
          </p:cNvPr>
          <p:cNvSpPr>
            <a:spLocks noGrp="1"/>
          </p:cNvSpPr>
          <p:nvPr>
            <p:ph type="body" sz="quarter" idx="19" hasCustomPrompt="1"/>
          </p:nvPr>
        </p:nvSpPr>
        <p:spPr>
          <a:xfrm>
            <a:off x="311552" y="1408099"/>
            <a:ext cx="8230786" cy="31133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600" b="0">
                <a:latin typeface="+mj-lt"/>
                <a:ea typeface="Microsoft YaHei" panose="020B0503020204020204" pitchFamily="34" charset="-122"/>
              </a:defRPr>
            </a:lvl1pPr>
          </a:lstStyle>
          <a:p>
            <a:pPr lvl="0"/>
            <a:r>
              <a:rPr lang="zh-TW" altLang="en-US" dirty="0"/>
              <a:t>內文大标题使用</a:t>
            </a:r>
            <a:r>
              <a:rPr lang="en-US" altLang="zh-TW" dirty="0"/>
              <a:t>16pts</a:t>
            </a:r>
          </a:p>
        </p:txBody>
      </p:sp>
      <p:sp>
        <p:nvSpPr>
          <p:cNvPr id="22" name="文字版面配置區 24">
            <a:extLst>
              <a:ext uri="{FF2B5EF4-FFF2-40B4-BE49-F238E27FC236}">
                <a16:creationId xmlns:a16="http://schemas.microsoft.com/office/drawing/2014/main" id="{31CC0E0B-144B-478C-975D-2C5721C221AE}"/>
              </a:ext>
            </a:extLst>
          </p:cNvPr>
          <p:cNvSpPr>
            <a:spLocks noGrp="1"/>
          </p:cNvSpPr>
          <p:nvPr>
            <p:ph type="body" sz="quarter" idx="18" hasCustomPrompt="1"/>
          </p:nvPr>
        </p:nvSpPr>
        <p:spPr>
          <a:xfrm>
            <a:off x="311551" y="4427059"/>
            <a:ext cx="3066022" cy="31133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900" b="0">
                <a:latin typeface="Calibri" panose="020F0502020204030204" pitchFamily="34" charset="0"/>
              </a:defRPr>
            </a:lvl1pPr>
          </a:lstStyle>
          <a:p>
            <a:pPr lvl="0"/>
            <a:r>
              <a:rPr lang="en-US" altLang="zh-TW" dirty="0"/>
              <a:t>*Source:  Body text goes here in sentence case 9pts.</a:t>
            </a:r>
          </a:p>
        </p:txBody>
      </p:sp>
      <p:sp>
        <p:nvSpPr>
          <p:cNvPr id="24" name="文字版面配置區 24">
            <a:extLst>
              <a:ext uri="{FF2B5EF4-FFF2-40B4-BE49-F238E27FC236}">
                <a16:creationId xmlns:a16="http://schemas.microsoft.com/office/drawing/2014/main" id="{374059BD-775E-44E1-A833-94858E63EA60}"/>
              </a:ext>
            </a:extLst>
          </p:cNvPr>
          <p:cNvSpPr>
            <a:spLocks noGrp="1"/>
          </p:cNvSpPr>
          <p:nvPr>
            <p:ph type="body" sz="quarter" idx="14" hasCustomPrompt="1"/>
          </p:nvPr>
        </p:nvSpPr>
        <p:spPr>
          <a:xfrm>
            <a:off x="311551" y="998180"/>
            <a:ext cx="8230787" cy="31133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000" b="1">
                <a:latin typeface="+mj-lt"/>
                <a:ea typeface="Microsoft YaHei" panose="020B0503020204020204" pitchFamily="34" charset="-122"/>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zh-TW" altLang="en-US" dirty="0"/>
              <a:t>子</a:t>
            </a:r>
            <a:r>
              <a:rPr lang="zh-CN" altLang="en-US" dirty="0"/>
              <a:t>标题使用粗体</a:t>
            </a:r>
            <a:r>
              <a:rPr lang="en-US" altLang="zh-TW" dirty="0"/>
              <a:t>20pts</a:t>
            </a:r>
            <a:endParaRPr lang="zh-TW" altLang="en-US" dirty="0"/>
          </a:p>
        </p:txBody>
      </p:sp>
      <p:sp>
        <p:nvSpPr>
          <p:cNvPr id="9"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lvl1pPr>
              <a:defRPr>
                <a:solidFill>
                  <a:srgbClr val="F39A1E"/>
                </a:solidFill>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926640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map">
    <p:spTree>
      <p:nvGrpSpPr>
        <p:cNvPr id="1" name=""/>
        <p:cNvGrpSpPr/>
        <p:nvPr/>
      </p:nvGrpSpPr>
      <p:grpSpPr>
        <a:xfrm>
          <a:off x="0" y="0"/>
          <a:ext cx="0" cy="0"/>
          <a:chOff x="0" y="0"/>
          <a:chExt cx="0" cy="0"/>
        </a:xfrm>
      </p:grpSpPr>
      <p:pic>
        <p:nvPicPr>
          <p:cNvPr id="4" name="圖片 3" descr="一張含有 室外 的圖片&#10;&#10;描述是以高可信度產生">
            <a:extLst>
              <a:ext uri="{FF2B5EF4-FFF2-40B4-BE49-F238E27FC236}">
                <a16:creationId xmlns:a16="http://schemas.microsoft.com/office/drawing/2014/main" id="{DC2D0D50-67E3-4F36-B468-7911E277F4E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68526" y="751490"/>
            <a:ext cx="7973813" cy="3972910"/>
          </a:xfrm>
          <a:prstGeom prst="rect">
            <a:avLst/>
          </a:prstGeom>
        </p:spPr>
      </p:pic>
      <p:sp>
        <p:nvSpPr>
          <p:cNvPr id="9" name="Slide Number Placeholder 5">
            <a:extLst>
              <a:ext uri="{FF2B5EF4-FFF2-40B4-BE49-F238E27FC236}">
                <a16:creationId xmlns:a16="http://schemas.microsoft.com/office/drawing/2014/main" id="{A3CB8DE1-4449-4EF9-9297-7B9F3166769A}"/>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13"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1072349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map">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A3CB8DE1-4449-4EF9-9297-7B9F3166769A}"/>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12" name="文字版面配置區 18">
            <a:extLst>
              <a:ext uri="{FF2B5EF4-FFF2-40B4-BE49-F238E27FC236}">
                <a16:creationId xmlns:a16="http://schemas.microsoft.com/office/drawing/2014/main" id="{5EC7FBC4-8594-4342-90DE-025774DA1F55}"/>
              </a:ext>
            </a:extLst>
          </p:cNvPr>
          <p:cNvSpPr>
            <a:spLocks noGrp="1"/>
          </p:cNvSpPr>
          <p:nvPr>
            <p:ph type="body" sz="quarter" idx="15" hasCustomPrompt="1"/>
          </p:nvPr>
        </p:nvSpPr>
        <p:spPr>
          <a:xfrm>
            <a:off x="-1" y="1239586"/>
            <a:ext cx="3067032" cy="442859"/>
          </a:xfrm>
          <a:prstGeom prst="rect">
            <a:avLst/>
          </a:prstGeom>
          <a:solidFill>
            <a:srgbClr val="FFCA05"/>
          </a:solidFill>
        </p:spPr>
        <p:txBody>
          <a:bodyPr anchor="ctr"/>
          <a:lstStyle>
            <a:lvl1pPr marL="0" indent="0" algn="ctr">
              <a:buNone/>
              <a:defRPr sz="1600">
                <a:solidFill>
                  <a:schemeClr val="bg1"/>
                </a:solidFill>
                <a:latin typeface="+mj-lt"/>
                <a:cs typeface="Calibri Light" panose="020F0302020204030204" pitchFamily="34" charset="0"/>
              </a:defRPr>
            </a:lvl1pPr>
          </a:lstStyle>
          <a:p>
            <a:pPr lvl="0"/>
            <a:r>
              <a:rPr lang="en-US" altLang="zh-TW" dirty="0"/>
              <a:t>Body text/Calibri/16pts</a:t>
            </a:r>
            <a:endParaRPr lang="zh-TW" altLang="en-US" dirty="0"/>
          </a:p>
        </p:txBody>
      </p:sp>
      <p:sp>
        <p:nvSpPr>
          <p:cNvPr id="13" name="文字版面配置區 18">
            <a:extLst>
              <a:ext uri="{FF2B5EF4-FFF2-40B4-BE49-F238E27FC236}">
                <a16:creationId xmlns:a16="http://schemas.microsoft.com/office/drawing/2014/main" id="{E7D79B96-7A21-4C0C-B47D-23C03655A49D}"/>
              </a:ext>
            </a:extLst>
          </p:cNvPr>
          <p:cNvSpPr>
            <a:spLocks noGrp="1"/>
          </p:cNvSpPr>
          <p:nvPr>
            <p:ph type="body" sz="quarter" idx="17" hasCustomPrompt="1"/>
          </p:nvPr>
        </p:nvSpPr>
        <p:spPr>
          <a:xfrm>
            <a:off x="0" y="3774774"/>
            <a:ext cx="3038481" cy="820040"/>
          </a:xfrm>
          <a:prstGeom prst="rect">
            <a:avLst/>
          </a:prstGeom>
          <a:solidFill>
            <a:srgbClr val="FFCA05"/>
          </a:solidFill>
        </p:spPr>
        <p:txBody>
          <a:bodyPr anchor="ctr"/>
          <a:lstStyle>
            <a:lvl1pPr marL="0" indent="0" algn="ctr">
              <a:buNone/>
              <a:defRPr sz="1200">
                <a:solidFill>
                  <a:schemeClr val="bg1"/>
                </a:solidFill>
                <a:latin typeface="+mj-lt"/>
                <a:ea typeface="+mn-ea"/>
                <a:cs typeface="Calibri Light" panose="020F0302020204030204" pitchFamily="34" charset="0"/>
              </a:defRPr>
            </a:lvl1pPr>
          </a:lstStyle>
          <a:p>
            <a:pPr lvl="0"/>
            <a:r>
              <a:rPr lang="en-US" altLang="zh-TW" dirty="0"/>
              <a:t>Body text/Calibri/12pts</a:t>
            </a:r>
            <a:endParaRPr lang="zh-TW" altLang="en-US" dirty="0"/>
          </a:p>
        </p:txBody>
      </p:sp>
      <p:sp>
        <p:nvSpPr>
          <p:cNvPr id="14" name="圖片版面配置區 5">
            <a:extLst>
              <a:ext uri="{FF2B5EF4-FFF2-40B4-BE49-F238E27FC236}">
                <a16:creationId xmlns:a16="http://schemas.microsoft.com/office/drawing/2014/main" id="{FA7B9CDC-6840-44D5-B7F4-B7A5C7F1EC00}"/>
              </a:ext>
            </a:extLst>
          </p:cNvPr>
          <p:cNvSpPr>
            <a:spLocks noGrp="1"/>
          </p:cNvSpPr>
          <p:nvPr>
            <p:ph type="pic" sz="quarter" idx="18" hasCustomPrompt="1"/>
          </p:nvPr>
        </p:nvSpPr>
        <p:spPr>
          <a:xfrm>
            <a:off x="-1" y="1682444"/>
            <a:ext cx="3038482" cy="2092329"/>
          </a:xfrm>
          <a:prstGeom prst="rect">
            <a:avLst/>
          </a:prstGeom>
          <a:solidFill>
            <a:schemeClr val="bg1">
              <a:lumMod val="85000"/>
            </a:schemeClr>
          </a:solidFill>
        </p:spPr>
        <p:txBody>
          <a:bodyPr anchor="ctr"/>
          <a:lstStyle>
            <a:lvl1pPr marL="0" indent="0" algn="ctr">
              <a:buNone/>
              <a:defRPr sz="2000">
                <a:latin typeface="+mj-lt"/>
              </a:defRPr>
            </a:lvl1pPr>
          </a:lstStyle>
          <a:p>
            <a:r>
              <a:rPr lang="en-US" altLang="zh-TW" dirty="0"/>
              <a:t>images</a:t>
            </a:r>
            <a:endParaRPr lang="zh-TW" altLang="en-US" dirty="0"/>
          </a:p>
        </p:txBody>
      </p:sp>
      <p:sp>
        <p:nvSpPr>
          <p:cNvPr id="15" name="文字版面配置區 18">
            <a:extLst>
              <a:ext uri="{FF2B5EF4-FFF2-40B4-BE49-F238E27FC236}">
                <a16:creationId xmlns:a16="http://schemas.microsoft.com/office/drawing/2014/main" id="{266BDB66-2D52-4EC8-9493-68E1F60A8A43}"/>
              </a:ext>
            </a:extLst>
          </p:cNvPr>
          <p:cNvSpPr>
            <a:spLocks noGrp="1"/>
          </p:cNvSpPr>
          <p:nvPr>
            <p:ph type="body" sz="quarter" idx="19" hasCustomPrompt="1"/>
          </p:nvPr>
        </p:nvSpPr>
        <p:spPr>
          <a:xfrm>
            <a:off x="3038483" y="1239586"/>
            <a:ext cx="3067032" cy="442859"/>
          </a:xfrm>
          <a:prstGeom prst="rect">
            <a:avLst/>
          </a:prstGeom>
          <a:solidFill>
            <a:srgbClr val="69BE28"/>
          </a:solidFill>
        </p:spPr>
        <p:txBody>
          <a:bodyPr anchor="ctr"/>
          <a:lstStyle>
            <a:lvl1pPr marL="0" indent="0" algn="ctr">
              <a:buNone/>
              <a:defRPr sz="1600">
                <a:solidFill>
                  <a:schemeClr val="bg1"/>
                </a:solidFill>
                <a:latin typeface="+mj-lt"/>
                <a:cs typeface="Calibri Light" panose="020F0302020204030204" pitchFamily="34" charset="0"/>
              </a:defRPr>
            </a:lvl1pPr>
          </a:lstStyle>
          <a:p>
            <a:pPr lvl="0"/>
            <a:r>
              <a:rPr lang="en-US" altLang="zh-TW" dirty="0"/>
              <a:t>Body text/Calibri/16pts</a:t>
            </a:r>
            <a:endParaRPr lang="zh-TW" altLang="en-US" dirty="0"/>
          </a:p>
        </p:txBody>
      </p:sp>
      <p:sp>
        <p:nvSpPr>
          <p:cNvPr id="16" name="文字版面配置區 18">
            <a:extLst>
              <a:ext uri="{FF2B5EF4-FFF2-40B4-BE49-F238E27FC236}">
                <a16:creationId xmlns:a16="http://schemas.microsoft.com/office/drawing/2014/main" id="{3C31F96A-9B22-4F64-960B-01D384DE939C}"/>
              </a:ext>
            </a:extLst>
          </p:cNvPr>
          <p:cNvSpPr>
            <a:spLocks noGrp="1"/>
          </p:cNvSpPr>
          <p:nvPr>
            <p:ph type="body" sz="quarter" idx="20" hasCustomPrompt="1"/>
          </p:nvPr>
        </p:nvSpPr>
        <p:spPr>
          <a:xfrm>
            <a:off x="3038484" y="3770915"/>
            <a:ext cx="3038482" cy="820040"/>
          </a:xfrm>
          <a:prstGeom prst="rect">
            <a:avLst/>
          </a:prstGeom>
          <a:solidFill>
            <a:srgbClr val="69BE28"/>
          </a:solidFill>
        </p:spPr>
        <p:txBody>
          <a:bodyPr anchor="ctr"/>
          <a:lstStyle>
            <a:lvl1pPr marL="0" indent="0" algn="ctr">
              <a:buNone/>
              <a:defRPr sz="1200">
                <a:solidFill>
                  <a:schemeClr val="bg1"/>
                </a:solidFill>
                <a:latin typeface="+mj-lt"/>
                <a:ea typeface="+mn-ea"/>
                <a:cs typeface="Calibri Light" panose="020F0302020204030204" pitchFamily="34" charset="0"/>
              </a:defRPr>
            </a:lvl1pPr>
          </a:lstStyle>
          <a:p>
            <a:pPr lvl="0"/>
            <a:r>
              <a:rPr lang="en-US" altLang="zh-TW" dirty="0"/>
              <a:t>Body text/Calibri/12pts</a:t>
            </a:r>
            <a:endParaRPr lang="zh-TW" altLang="en-US" dirty="0"/>
          </a:p>
        </p:txBody>
      </p:sp>
      <p:sp>
        <p:nvSpPr>
          <p:cNvPr id="17" name="圖片版面配置區 5">
            <a:extLst>
              <a:ext uri="{FF2B5EF4-FFF2-40B4-BE49-F238E27FC236}">
                <a16:creationId xmlns:a16="http://schemas.microsoft.com/office/drawing/2014/main" id="{A298E8CE-357A-4140-B5E4-AD22FD39D943}"/>
              </a:ext>
            </a:extLst>
          </p:cNvPr>
          <p:cNvSpPr>
            <a:spLocks noGrp="1"/>
          </p:cNvSpPr>
          <p:nvPr>
            <p:ph type="pic" sz="quarter" idx="21" hasCustomPrompt="1"/>
          </p:nvPr>
        </p:nvSpPr>
        <p:spPr>
          <a:xfrm>
            <a:off x="3038483" y="1682444"/>
            <a:ext cx="3038483" cy="2092329"/>
          </a:xfrm>
          <a:prstGeom prst="rect">
            <a:avLst/>
          </a:prstGeom>
          <a:solidFill>
            <a:schemeClr val="bg1">
              <a:lumMod val="85000"/>
            </a:schemeClr>
          </a:solidFill>
        </p:spPr>
        <p:txBody>
          <a:bodyPr anchor="ctr"/>
          <a:lstStyle>
            <a:lvl1pPr marL="0" indent="0" algn="ctr">
              <a:buNone/>
              <a:defRPr sz="2000">
                <a:latin typeface="+mj-lt"/>
              </a:defRPr>
            </a:lvl1pPr>
          </a:lstStyle>
          <a:p>
            <a:r>
              <a:rPr lang="en-US" altLang="zh-TW" dirty="0"/>
              <a:t>images</a:t>
            </a:r>
            <a:endParaRPr lang="zh-TW" altLang="en-US" dirty="0"/>
          </a:p>
        </p:txBody>
      </p:sp>
      <p:sp>
        <p:nvSpPr>
          <p:cNvPr id="18" name="文字版面配置區 18">
            <a:extLst>
              <a:ext uri="{FF2B5EF4-FFF2-40B4-BE49-F238E27FC236}">
                <a16:creationId xmlns:a16="http://schemas.microsoft.com/office/drawing/2014/main" id="{33C4F6F6-31CE-4FD9-A3D7-A7D1D0FC0738}"/>
              </a:ext>
            </a:extLst>
          </p:cNvPr>
          <p:cNvSpPr>
            <a:spLocks noGrp="1"/>
          </p:cNvSpPr>
          <p:nvPr>
            <p:ph type="body" sz="quarter" idx="22" hasCustomPrompt="1"/>
          </p:nvPr>
        </p:nvSpPr>
        <p:spPr>
          <a:xfrm>
            <a:off x="6076968" y="1239586"/>
            <a:ext cx="3067032" cy="442859"/>
          </a:xfrm>
          <a:prstGeom prst="rect">
            <a:avLst/>
          </a:prstGeom>
          <a:solidFill>
            <a:schemeClr val="accent3"/>
          </a:solidFill>
        </p:spPr>
        <p:txBody>
          <a:bodyPr anchor="ctr"/>
          <a:lstStyle>
            <a:lvl1pPr marL="0" indent="0" algn="ctr">
              <a:buNone/>
              <a:defRPr sz="1600">
                <a:solidFill>
                  <a:schemeClr val="bg1"/>
                </a:solidFill>
                <a:latin typeface="+mj-lt"/>
                <a:cs typeface="Calibri Light" panose="020F0302020204030204" pitchFamily="34" charset="0"/>
              </a:defRPr>
            </a:lvl1pPr>
          </a:lstStyle>
          <a:p>
            <a:pPr lvl="0"/>
            <a:r>
              <a:rPr lang="en-US" altLang="zh-TW" dirty="0"/>
              <a:t>Body text/Calibri/16pts</a:t>
            </a:r>
            <a:endParaRPr lang="zh-TW" altLang="en-US" dirty="0"/>
          </a:p>
        </p:txBody>
      </p:sp>
      <p:sp>
        <p:nvSpPr>
          <p:cNvPr id="19" name="文字版面配置區 18">
            <a:extLst>
              <a:ext uri="{FF2B5EF4-FFF2-40B4-BE49-F238E27FC236}">
                <a16:creationId xmlns:a16="http://schemas.microsoft.com/office/drawing/2014/main" id="{0BEF69B6-881A-4FBB-BBB0-3A32C94FE729}"/>
              </a:ext>
            </a:extLst>
          </p:cNvPr>
          <p:cNvSpPr>
            <a:spLocks noGrp="1"/>
          </p:cNvSpPr>
          <p:nvPr>
            <p:ph type="body" sz="quarter" idx="23" hasCustomPrompt="1"/>
          </p:nvPr>
        </p:nvSpPr>
        <p:spPr>
          <a:xfrm>
            <a:off x="6076969" y="3770915"/>
            <a:ext cx="3067032" cy="820040"/>
          </a:xfrm>
          <a:prstGeom prst="rect">
            <a:avLst/>
          </a:prstGeom>
          <a:solidFill>
            <a:schemeClr val="accent3"/>
          </a:solidFill>
        </p:spPr>
        <p:txBody>
          <a:bodyPr anchor="ctr"/>
          <a:lstStyle>
            <a:lvl1pPr marL="0" indent="0" algn="ctr">
              <a:buNone/>
              <a:defRPr sz="1200">
                <a:solidFill>
                  <a:schemeClr val="bg1"/>
                </a:solidFill>
                <a:latin typeface="+mj-lt"/>
                <a:ea typeface="+mn-ea"/>
                <a:cs typeface="Calibri Light" panose="020F0302020204030204" pitchFamily="34" charset="0"/>
              </a:defRPr>
            </a:lvl1pPr>
          </a:lstStyle>
          <a:p>
            <a:pPr lvl="0"/>
            <a:r>
              <a:rPr lang="en-US" altLang="zh-TW" dirty="0"/>
              <a:t>Body text/Calibri/12pts</a:t>
            </a:r>
            <a:endParaRPr lang="zh-TW" altLang="en-US" dirty="0"/>
          </a:p>
        </p:txBody>
      </p:sp>
      <p:sp>
        <p:nvSpPr>
          <p:cNvPr id="20" name="圖片版面配置區 5">
            <a:extLst>
              <a:ext uri="{FF2B5EF4-FFF2-40B4-BE49-F238E27FC236}">
                <a16:creationId xmlns:a16="http://schemas.microsoft.com/office/drawing/2014/main" id="{2B47372B-F0BA-4731-9A36-256296AEF419}"/>
              </a:ext>
            </a:extLst>
          </p:cNvPr>
          <p:cNvSpPr>
            <a:spLocks noGrp="1"/>
          </p:cNvSpPr>
          <p:nvPr>
            <p:ph type="pic" sz="quarter" idx="24" hasCustomPrompt="1"/>
          </p:nvPr>
        </p:nvSpPr>
        <p:spPr>
          <a:xfrm>
            <a:off x="6076968" y="1682444"/>
            <a:ext cx="3067031" cy="2092329"/>
          </a:xfrm>
          <a:prstGeom prst="rect">
            <a:avLst/>
          </a:prstGeom>
          <a:solidFill>
            <a:schemeClr val="bg1">
              <a:lumMod val="85000"/>
            </a:schemeClr>
          </a:solidFill>
        </p:spPr>
        <p:txBody>
          <a:bodyPr anchor="ctr"/>
          <a:lstStyle>
            <a:lvl1pPr marL="0" indent="0" algn="ctr">
              <a:buNone/>
              <a:defRPr sz="2000">
                <a:latin typeface="+mj-lt"/>
              </a:defRPr>
            </a:lvl1pPr>
          </a:lstStyle>
          <a:p>
            <a:r>
              <a:rPr lang="en-US" altLang="zh-TW" dirty="0"/>
              <a:t>images</a:t>
            </a:r>
            <a:endParaRPr lang="zh-TW" altLang="en-US" dirty="0"/>
          </a:p>
        </p:txBody>
      </p:sp>
      <p:sp>
        <p:nvSpPr>
          <p:cNvPr id="22"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1817635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map">
    <p:spTree>
      <p:nvGrpSpPr>
        <p:cNvPr id="1" name=""/>
        <p:cNvGrpSpPr/>
        <p:nvPr/>
      </p:nvGrpSpPr>
      <p:grpSpPr>
        <a:xfrm>
          <a:off x="0" y="0"/>
          <a:ext cx="0" cy="0"/>
          <a:chOff x="0" y="0"/>
          <a:chExt cx="0" cy="0"/>
        </a:xfrm>
      </p:grpSpPr>
      <p:sp>
        <p:nvSpPr>
          <p:cNvPr id="21" name="圖片版面配置區 5">
            <a:extLst>
              <a:ext uri="{FF2B5EF4-FFF2-40B4-BE49-F238E27FC236}">
                <a16:creationId xmlns:a16="http://schemas.microsoft.com/office/drawing/2014/main" id="{AB03D790-2F34-40F2-BD7D-3FFB88E5F7EF}"/>
              </a:ext>
            </a:extLst>
          </p:cNvPr>
          <p:cNvSpPr>
            <a:spLocks noGrp="1"/>
          </p:cNvSpPr>
          <p:nvPr>
            <p:ph type="pic" sz="quarter" idx="15" hasCustomPrompt="1"/>
          </p:nvPr>
        </p:nvSpPr>
        <p:spPr>
          <a:xfrm>
            <a:off x="0" y="1273722"/>
            <a:ext cx="9144001" cy="3408367"/>
          </a:xfrm>
          <a:prstGeom prst="rect">
            <a:avLst/>
          </a:prstGeom>
          <a:solidFill>
            <a:schemeClr val="bg1">
              <a:lumMod val="85000"/>
            </a:schemeClr>
          </a:solidFill>
        </p:spPr>
        <p:txBody>
          <a:bodyPr anchor="ctr"/>
          <a:lstStyle>
            <a:lvl1pPr marL="0" indent="0" algn="ctr">
              <a:buNone/>
              <a:defRPr sz="2000">
                <a:latin typeface="+mj-lt"/>
              </a:defRPr>
            </a:lvl1pPr>
          </a:lstStyle>
          <a:p>
            <a:r>
              <a:rPr lang="en-US" altLang="zh-TW" dirty="0"/>
              <a:t>images</a:t>
            </a:r>
            <a:endParaRPr lang="zh-TW" altLang="en-US" dirty="0"/>
          </a:p>
        </p:txBody>
      </p:sp>
      <p:sp>
        <p:nvSpPr>
          <p:cNvPr id="22" name="Slide Number Placeholder 5">
            <a:extLst>
              <a:ext uri="{FF2B5EF4-FFF2-40B4-BE49-F238E27FC236}">
                <a16:creationId xmlns:a16="http://schemas.microsoft.com/office/drawing/2014/main" id="{ABE3C7CC-BFCC-4188-95AF-7C83305BB32B}"/>
              </a:ext>
            </a:extLst>
          </p:cNvPr>
          <p:cNvSpPr txBox="1">
            <a:spLocks/>
          </p:cNvSpPr>
          <p:nvPr userDrawn="1"/>
        </p:nvSpPr>
        <p:spPr>
          <a:xfrm>
            <a:off x="8542339" y="4863742"/>
            <a:ext cx="277811" cy="108000"/>
          </a:xfrm>
          <a:prstGeom prst="rect">
            <a:avLst/>
          </a:prstGeom>
        </p:spPr>
        <p:txBody>
          <a:bodyPr vert="horz" lIns="0" tIns="0" rIns="0" bIns="0" rtlCol="0" anchor="ctr"/>
          <a:lstStyle>
            <a:defPPr>
              <a:defRPr lang="en-US"/>
            </a:defPPr>
            <a:lvl1pPr marL="0" algn="r" defTabSz="914400" rtl="0" eaLnBrk="1" latinLnBrk="0" hangingPunct="1">
              <a:defRPr sz="1000" kern="1200">
                <a:solidFill>
                  <a:schemeClr val="tx1">
                    <a:tint val="7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EF9A4B-07C9-404C-9053-A3A2AC3AD5D6}" type="slidenum">
              <a:rPr lang="en-GB" sz="600" smtClean="0"/>
              <a:pPr/>
              <a:t>‹#›</a:t>
            </a:fld>
            <a:endParaRPr lang="en-GB" sz="600" dirty="0"/>
          </a:p>
        </p:txBody>
      </p:sp>
      <p:sp>
        <p:nvSpPr>
          <p:cNvPr id="13"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3751829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Content+Media_4">
    <p:spTree>
      <p:nvGrpSpPr>
        <p:cNvPr id="1" name=""/>
        <p:cNvGrpSpPr/>
        <p:nvPr/>
      </p:nvGrpSpPr>
      <p:grpSpPr>
        <a:xfrm>
          <a:off x="0" y="0"/>
          <a:ext cx="0" cy="0"/>
          <a:chOff x="0" y="0"/>
          <a:chExt cx="0" cy="0"/>
        </a:xfrm>
      </p:grpSpPr>
      <p:sp>
        <p:nvSpPr>
          <p:cNvPr id="6" name="文字版面配置區 18">
            <a:extLst>
              <a:ext uri="{FF2B5EF4-FFF2-40B4-BE49-F238E27FC236}">
                <a16:creationId xmlns:a16="http://schemas.microsoft.com/office/drawing/2014/main" id="{94F6F4E3-E8D1-4DC2-B0CA-56809F531971}"/>
              </a:ext>
            </a:extLst>
          </p:cNvPr>
          <p:cNvSpPr>
            <a:spLocks noGrp="1"/>
          </p:cNvSpPr>
          <p:nvPr>
            <p:ph type="body" sz="quarter" idx="15" hasCustomPrompt="1"/>
          </p:nvPr>
        </p:nvSpPr>
        <p:spPr>
          <a:xfrm>
            <a:off x="-1" y="1239586"/>
            <a:ext cx="2284770" cy="442859"/>
          </a:xfrm>
          <a:prstGeom prst="rect">
            <a:avLst/>
          </a:prstGeom>
          <a:solidFill>
            <a:srgbClr val="FFCA05"/>
          </a:solidFill>
        </p:spPr>
        <p:txBody>
          <a:bodyPr anchor="ctr"/>
          <a:lstStyle>
            <a:lvl1pPr marL="0" indent="0" algn="ctr">
              <a:buNone/>
              <a:defRPr sz="1600" b="1">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text/Calibri/16pts</a:t>
            </a:r>
          </a:p>
        </p:txBody>
      </p:sp>
      <p:sp>
        <p:nvSpPr>
          <p:cNvPr id="7" name="文字版面配置區 18">
            <a:extLst>
              <a:ext uri="{FF2B5EF4-FFF2-40B4-BE49-F238E27FC236}">
                <a16:creationId xmlns:a16="http://schemas.microsoft.com/office/drawing/2014/main" id="{E6608BD1-147C-46FB-9D31-B120B8336A37}"/>
              </a:ext>
            </a:extLst>
          </p:cNvPr>
          <p:cNvSpPr>
            <a:spLocks noGrp="1"/>
          </p:cNvSpPr>
          <p:nvPr>
            <p:ph type="body" sz="quarter" idx="17" hasCustomPrompt="1"/>
          </p:nvPr>
        </p:nvSpPr>
        <p:spPr>
          <a:xfrm>
            <a:off x="0" y="3770915"/>
            <a:ext cx="2291624" cy="820040"/>
          </a:xfrm>
          <a:prstGeom prst="rect">
            <a:avLst/>
          </a:prstGeom>
          <a:solidFill>
            <a:srgbClr val="FFCA05"/>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8" name="圖片版面配置區 5">
            <a:extLst>
              <a:ext uri="{FF2B5EF4-FFF2-40B4-BE49-F238E27FC236}">
                <a16:creationId xmlns:a16="http://schemas.microsoft.com/office/drawing/2014/main" id="{746E0EF0-E653-4F9A-A28C-A9866E6936CF}"/>
              </a:ext>
            </a:extLst>
          </p:cNvPr>
          <p:cNvSpPr>
            <a:spLocks noGrp="1"/>
          </p:cNvSpPr>
          <p:nvPr>
            <p:ph type="pic" sz="quarter" idx="18" hasCustomPrompt="1"/>
          </p:nvPr>
        </p:nvSpPr>
        <p:spPr>
          <a:xfrm>
            <a:off x="-2" y="1682445"/>
            <a:ext cx="2286000" cy="208847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9" name="文字版面配置區 18">
            <a:extLst>
              <a:ext uri="{FF2B5EF4-FFF2-40B4-BE49-F238E27FC236}">
                <a16:creationId xmlns:a16="http://schemas.microsoft.com/office/drawing/2014/main" id="{A8EB9369-73F7-40EF-926B-8E8F9DCA2A37}"/>
              </a:ext>
            </a:extLst>
          </p:cNvPr>
          <p:cNvSpPr>
            <a:spLocks noGrp="1"/>
          </p:cNvSpPr>
          <p:nvPr>
            <p:ph type="body" sz="quarter" idx="19" hasCustomPrompt="1"/>
          </p:nvPr>
        </p:nvSpPr>
        <p:spPr>
          <a:xfrm>
            <a:off x="2286314" y="1239586"/>
            <a:ext cx="2291419" cy="442859"/>
          </a:xfrm>
          <a:prstGeom prst="rect">
            <a:avLst/>
          </a:prstGeom>
          <a:solidFill>
            <a:srgbClr val="69BE28"/>
          </a:solidFill>
        </p:spPr>
        <p:txBody>
          <a:bodyPr anchor="ctr"/>
          <a:lstStyle>
            <a:lvl1pPr marL="0" marR="0" indent="0" algn="ctr" defTabSz="914400" rtl="0" eaLnBrk="1" fontAlgn="auto" latinLnBrk="0" hangingPunct="1">
              <a:lnSpc>
                <a:spcPct val="90000"/>
              </a:lnSpc>
              <a:spcBef>
                <a:spcPts val="1200"/>
              </a:spcBef>
              <a:spcAft>
                <a:spcPts val="0"/>
              </a:spcAft>
              <a:buClrTx/>
              <a:buSzTx/>
              <a:buFont typeface="Arial" panose="020B0604020202020204" pitchFamily="34" charset="0"/>
              <a:buNone/>
              <a:tabLst/>
              <a:defRPr sz="1600" b="1">
                <a:solidFill>
                  <a:schemeClr val="bg1"/>
                </a:solidFill>
                <a:latin typeface="Calibri" panose="020F0502020204030204" pitchFamily="34" charset="0"/>
                <a:ea typeface="Microsoft YaHei" panose="020B0503020204020204" pitchFamily="34" charset="-122"/>
              </a:defRPr>
            </a:lvl1pPr>
          </a:lstStyle>
          <a:p>
            <a:pPr marL="0" marR="0" lvl="0" indent="0" algn="ctr"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Body text/Calibri/16pts</a:t>
            </a:r>
          </a:p>
        </p:txBody>
      </p:sp>
      <p:sp>
        <p:nvSpPr>
          <p:cNvPr id="10" name="文字版面配置區 18">
            <a:extLst>
              <a:ext uri="{FF2B5EF4-FFF2-40B4-BE49-F238E27FC236}">
                <a16:creationId xmlns:a16="http://schemas.microsoft.com/office/drawing/2014/main" id="{A4EB6D35-3FED-4EA7-812B-8D9A1B299B49}"/>
              </a:ext>
            </a:extLst>
          </p:cNvPr>
          <p:cNvSpPr>
            <a:spLocks noGrp="1"/>
          </p:cNvSpPr>
          <p:nvPr>
            <p:ph type="body" sz="quarter" idx="20" hasCustomPrompt="1"/>
          </p:nvPr>
        </p:nvSpPr>
        <p:spPr>
          <a:xfrm>
            <a:off x="2286314" y="3770915"/>
            <a:ext cx="2293200" cy="820040"/>
          </a:xfrm>
          <a:prstGeom prst="rect">
            <a:avLst/>
          </a:prstGeom>
          <a:solidFill>
            <a:srgbClr val="69BE28"/>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11" name="圖片版面配置區 5">
            <a:extLst>
              <a:ext uri="{FF2B5EF4-FFF2-40B4-BE49-F238E27FC236}">
                <a16:creationId xmlns:a16="http://schemas.microsoft.com/office/drawing/2014/main" id="{341012BD-8152-49EB-B750-8ED9203DC7A7}"/>
              </a:ext>
            </a:extLst>
          </p:cNvPr>
          <p:cNvSpPr>
            <a:spLocks noGrp="1"/>
          </p:cNvSpPr>
          <p:nvPr>
            <p:ph type="pic" sz="quarter" idx="21" hasCustomPrompt="1"/>
          </p:nvPr>
        </p:nvSpPr>
        <p:spPr>
          <a:xfrm>
            <a:off x="2286314" y="1682445"/>
            <a:ext cx="2293200" cy="208847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12" name="文字版面配置區 18">
            <a:extLst>
              <a:ext uri="{FF2B5EF4-FFF2-40B4-BE49-F238E27FC236}">
                <a16:creationId xmlns:a16="http://schemas.microsoft.com/office/drawing/2014/main" id="{2A945E46-21BF-4204-B82A-311E0C5989B3}"/>
              </a:ext>
            </a:extLst>
          </p:cNvPr>
          <p:cNvSpPr>
            <a:spLocks noGrp="1"/>
          </p:cNvSpPr>
          <p:nvPr>
            <p:ph type="body" sz="quarter" idx="22" hasCustomPrompt="1"/>
          </p:nvPr>
        </p:nvSpPr>
        <p:spPr>
          <a:xfrm>
            <a:off x="4574744" y="1239586"/>
            <a:ext cx="2288055" cy="442859"/>
          </a:xfrm>
          <a:prstGeom prst="rect">
            <a:avLst/>
          </a:prstGeom>
          <a:solidFill>
            <a:schemeClr val="accent3"/>
          </a:solidFill>
        </p:spPr>
        <p:txBody>
          <a:bodyPr anchor="ctr"/>
          <a:lstStyle>
            <a:lvl1pPr marL="0" indent="0" algn="ctr">
              <a:buNone/>
              <a:defRPr sz="1600" b="1">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text/Calibri/16pts</a:t>
            </a:r>
          </a:p>
        </p:txBody>
      </p:sp>
      <p:sp>
        <p:nvSpPr>
          <p:cNvPr id="13" name="文字版面配置區 18">
            <a:extLst>
              <a:ext uri="{FF2B5EF4-FFF2-40B4-BE49-F238E27FC236}">
                <a16:creationId xmlns:a16="http://schemas.microsoft.com/office/drawing/2014/main" id="{B15D2412-C687-405A-87B5-0966A0787007}"/>
              </a:ext>
            </a:extLst>
          </p:cNvPr>
          <p:cNvSpPr>
            <a:spLocks noGrp="1"/>
          </p:cNvSpPr>
          <p:nvPr>
            <p:ph type="body" sz="quarter" idx="23" hasCustomPrompt="1"/>
          </p:nvPr>
        </p:nvSpPr>
        <p:spPr>
          <a:xfrm>
            <a:off x="4574744" y="3770915"/>
            <a:ext cx="2289600" cy="820040"/>
          </a:xfrm>
          <a:prstGeom prst="rect">
            <a:avLst/>
          </a:prstGeom>
          <a:solidFill>
            <a:schemeClr val="accent3"/>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20" name="圖片版面配置區 5">
            <a:extLst>
              <a:ext uri="{FF2B5EF4-FFF2-40B4-BE49-F238E27FC236}">
                <a16:creationId xmlns:a16="http://schemas.microsoft.com/office/drawing/2014/main" id="{5D451D69-658C-4F56-915A-B2DDF385F574}"/>
              </a:ext>
            </a:extLst>
          </p:cNvPr>
          <p:cNvSpPr>
            <a:spLocks noGrp="1"/>
          </p:cNvSpPr>
          <p:nvPr>
            <p:ph type="pic" sz="quarter" idx="26" hasCustomPrompt="1"/>
          </p:nvPr>
        </p:nvSpPr>
        <p:spPr>
          <a:xfrm>
            <a:off x="4574744" y="1682443"/>
            <a:ext cx="2289600" cy="208847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19" name="文字版面配置區 18">
            <a:extLst>
              <a:ext uri="{FF2B5EF4-FFF2-40B4-BE49-F238E27FC236}">
                <a16:creationId xmlns:a16="http://schemas.microsoft.com/office/drawing/2014/main" id="{2664A5B3-17FB-451A-82B2-8B5845DFCE9E}"/>
              </a:ext>
            </a:extLst>
          </p:cNvPr>
          <p:cNvSpPr>
            <a:spLocks noGrp="1"/>
          </p:cNvSpPr>
          <p:nvPr>
            <p:ph type="body" sz="quarter" idx="25" hasCustomPrompt="1"/>
          </p:nvPr>
        </p:nvSpPr>
        <p:spPr>
          <a:xfrm>
            <a:off x="6855944" y="1239585"/>
            <a:ext cx="2288055" cy="442859"/>
          </a:xfrm>
          <a:prstGeom prst="rect">
            <a:avLst/>
          </a:prstGeom>
          <a:solidFill>
            <a:srgbClr val="E11E3C"/>
          </a:solidFill>
        </p:spPr>
        <p:txBody>
          <a:bodyPr anchor="ctr"/>
          <a:lstStyle>
            <a:lvl1pPr marL="0" marR="0" indent="0" algn="ctr" defTabSz="914400" rtl="0" eaLnBrk="1" fontAlgn="auto" latinLnBrk="0" hangingPunct="1">
              <a:lnSpc>
                <a:spcPct val="90000"/>
              </a:lnSpc>
              <a:spcBef>
                <a:spcPts val="1200"/>
              </a:spcBef>
              <a:spcAft>
                <a:spcPts val="0"/>
              </a:spcAft>
              <a:buClrTx/>
              <a:buSzTx/>
              <a:buFont typeface="Arial" panose="020B0604020202020204" pitchFamily="34" charset="0"/>
              <a:buNone/>
              <a:tabLst/>
              <a:defRPr sz="1600" b="1">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text/Calibri/16pts</a:t>
            </a:r>
          </a:p>
        </p:txBody>
      </p:sp>
      <p:sp>
        <p:nvSpPr>
          <p:cNvPr id="21" name="圖片版面配置區 5">
            <a:extLst>
              <a:ext uri="{FF2B5EF4-FFF2-40B4-BE49-F238E27FC236}">
                <a16:creationId xmlns:a16="http://schemas.microsoft.com/office/drawing/2014/main" id="{C1F9C1EC-D04E-48C1-AB5B-9CD4F3191691}"/>
              </a:ext>
            </a:extLst>
          </p:cNvPr>
          <p:cNvSpPr>
            <a:spLocks noGrp="1"/>
          </p:cNvSpPr>
          <p:nvPr>
            <p:ph type="pic" sz="quarter" idx="27" hasCustomPrompt="1"/>
          </p:nvPr>
        </p:nvSpPr>
        <p:spPr>
          <a:xfrm>
            <a:off x="6855944" y="1682444"/>
            <a:ext cx="2288057" cy="208847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22" name="文字版面配置區 18">
            <a:extLst>
              <a:ext uri="{FF2B5EF4-FFF2-40B4-BE49-F238E27FC236}">
                <a16:creationId xmlns:a16="http://schemas.microsoft.com/office/drawing/2014/main" id="{8EBBAF9D-9D09-44E0-AE17-74DDD789997C}"/>
              </a:ext>
            </a:extLst>
          </p:cNvPr>
          <p:cNvSpPr>
            <a:spLocks noGrp="1"/>
          </p:cNvSpPr>
          <p:nvPr>
            <p:ph type="body" sz="quarter" idx="28" hasCustomPrompt="1"/>
          </p:nvPr>
        </p:nvSpPr>
        <p:spPr>
          <a:xfrm>
            <a:off x="6852376" y="3770914"/>
            <a:ext cx="2287858" cy="820040"/>
          </a:xfrm>
          <a:prstGeom prst="rect">
            <a:avLst/>
          </a:prstGeom>
          <a:solidFill>
            <a:srgbClr val="E11E3C"/>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17" name="Slide Number Placeholder 5">
            <a:extLst>
              <a:ext uri="{FF2B5EF4-FFF2-40B4-BE49-F238E27FC236}">
                <a16:creationId xmlns:a16="http://schemas.microsoft.com/office/drawing/2014/main" id="{10528E65-22FD-4291-A407-01274D3B90FA}"/>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n-lt"/>
              </a:defRPr>
            </a:lvl1pPr>
          </a:lstStyle>
          <a:p>
            <a:fld id="{0AEF9A4B-07C9-404C-9053-A3A2AC3AD5D6}" type="slidenum">
              <a:rPr lang="en-GB" smtClean="0"/>
              <a:pPr/>
              <a:t>‹#›</a:t>
            </a:fld>
            <a:endParaRPr lang="en-GB" dirty="0"/>
          </a:p>
        </p:txBody>
      </p:sp>
      <p:sp>
        <p:nvSpPr>
          <p:cNvPr id="18"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2460870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Content+Media_5">
    <p:spTree>
      <p:nvGrpSpPr>
        <p:cNvPr id="1" name=""/>
        <p:cNvGrpSpPr/>
        <p:nvPr/>
      </p:nvGrpSpPr>
      <p:grpSpPr>
        <a:xfrm>
          <a:off x="0" y="0"/>
          <a:ext cx="0" cy="0"/>
          <a:chOff x="0" y="0"/>
          <a:chExt cx="0" cy="0"/>
        </a:xfrm>
      </p:grpSpPr>
      <p:sp>
        <p:nvSpPr>
          <p:cNvPr id="51" name="文字版面配置區 18">
            <a:extLst>
              <a:ext uri="{FF2B5EF4-FFF2-40B4-BE49-F238E27FC236}">
                <a16:creationId xmlns:a16="http://schemas.microsoft.com/office/drawing/2014/main" id="{94C54889-0B56-4C2C-B071-26B97FB413DB}"/>
              </a:ext>
            </a:extLst>
          </p:cNvPr>
          <p:cNvSpPr>
            <a:spLocks noGrp="1"/>
          </p:cNvSpPr>
          <p:nvPr>
            <p:ph type="body" sz="quarter" idx="17" hasCustomPrompt="1"/>
          </p:nvPr>
        </p:nvSpPr>
        <p:spPr>
          <a:xfrm>
            <a:off x="0" y="3774774"/>
            <a:ext cx="3038481" cy="820040"/>
          </a:xfrm>
          <a:prstGeom prst="rect">
            <a:avLst/>
          </a:prstGeom>
          <a:solidFill>
            <a:srgbClr val="FFCA05"/>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2" name="圖片版面配置區 5">
            <a:extLst>
              <a:ext uri="{FF2B5EF4-FFF2-40B4-BE49-F238E27FC236}">
                <a16:creationId xmlns:a16="http://schemas.microsoft.com/office/drawing/2014/main" id="{E4ADABB1-0AF9-41A0-89CB-EECD15C83E39}"/>
              </a:ext>
            </a:extLst>
          </p:cNvPr>
          <p:cNvSpPr>
            <a:spLocks noGrp="1"/>
          </p:cNvSpPr>
          <p:nvPr>
            <p:ph type="pic" sz="quarter" idx="18" hasCustomPrompt="1"/>
          </p:nvPr>
        </p:nvSpPr>
        <p:spPr>
          <a:xfrm>
            <a:off x="-1" y="1232094"/>
            <a:ext cx="3038482" cy="254268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defRPr>
            </a:lvl1pPr>
          </a:lstStyle>
          <a:p>
            <a:r>
              <a:rPr lang="en-US" altLang="zh-TW" dirty="0"/>
              <a:t>images</a:t>
            </a:r>
            <a:endParaRPr lang="zh-TW" altLang="en-US" dirty="0"/>
          </a:p>
        </p:txBody>
      </p:sp>
      <p:sp>
        <p:nvSpPr>
          <p:cNvPr id="53" name="文字版面配置區 18">
            <a:extLst>
              <a:ext uri="{FF2B5EF4-FFF2-40B4-BE49-F238E27FC236}">
                <a16:creationId xmlns:a16="http://schemas.microsoft.com/office/drawing/2014/main" id="{83154691-5907-4558-A4CD-08A7C25A98ED}"/>
              </a:ext>
            </a:extLst>
          </p:cNvPr>
          <p:cNvSpPr>
            <a:spLocks noGrp="1"/>
          </p:cNvSpPr>
          <p:nvPr>
            <p:ph type="body" sz="quarter" idx="20" hasCustomPrompt="1"/>
          </p:nvPr>
        </p:nvSpPr>
        <p:spPr>
          <a:xfrm>
            <a:off x="3038484" y="3770915"/>
            <a:ext cx="3038482" cy="820040"/>
          </a:xfrm>
          <a:prstGeom prst="rect">
            <a:avLst/>
          </a:prstGeom>
          <a:solidFill>
            <a:srgbClr val="69BE28"/>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4" name="圖片版面配置區 5">
            <a:extLst>
              <a:ext uri="{FF2B5EF4-FFF2-40B4-BE49-F238E27FC236}">
                <a16:creationId xmlns:a16="http://schemas.microsoft.com/office/drawing/2014/main" id="{9F5E9543-5742-4D77-97CE-64898B1CF43A}"/>
              </a:ext>
            </a:extLst>
          </p:cNvPr>
          <p:cNvSpPr>
            <a:spLocks noGrp="1"/>
          </p:cNvSpPr>
          <p:nvPr>
            <p:ph type="pic" sz="quarter" idx="21" hasCustomPrompt="1"/>
          </p:nvPr>
        </p:nvSpPr>
        <p:spPr>
          <a:xfrm>
            <a:off x="3038483" y="1232094"/>
            <a:ext cx="3038483" cy="254268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defRPr>
            </a:lvl1pPr>
          </a:lstStyle>
          <a:p>
            <a:r>
              <a:rPr lang="en-US" altLang="zh-TW" dirty="0"/>
              <a:t>images</a:t>
            </a:r>
            <a:endParaRPr lang="zh-TW" altLang="en-US" dirty="0"/>
          </a:p>
        </p:txBody>
      </p:sp>
      <p:sp>
        <p:nvSpPr>
          <p:cNvPr id="55" name="文字版面配置區 18">
            <a:extLst>
              <a:ext uri="{FF2B5EF4-FFF2-40B4-BE49-F238E27FC236}">
                <a16:creationId xmlns:a16="http://schemas.microsoft.com/office/drawing/2014/main" id="{510C9066-B83E-49DB-9DF0-C3F84CB0A170}"/>
              </a:ext>
            </a:extLst>
          </p:cNvPr>
          <p:cNvSpPr>
            <a:spLocks noGrp="1"/>
          </p:cNvSpPr>
          <p:nvPr>
            <p:ph type="body" sz="quarter" idx="23" hasCustomPrompt="1"/>
          </p:nvPr>
        </p:nvSpPr>
        <p:spPr>
          <a:xfrm>
            <a:off x="6076969" y="3770915"/>
            <a:ext cx="3067032" cy="820040"/>
          </a:xfrm>
          <a:prstGeom prst="rect">
            <a:avLst/>
          </a:prstGeom>
          <a:solidFill>
            <a:schemeClr val="accent3"/>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6" name="圖片版面配置區 5">
            <a:extLst>
              <a:ext uri="{FF2B5EF4-FFF2-40B4-BE49-F238E27FC236}">
                <a16:creationId xmlns:a16="http://schemas.microsoft.com/office/drawing/2014/main" id="{8ECD9BC5-B71B-4F9D-A5F8-88E1049130BA}"/>
              </a:ext>
            </a:extLst>
          </p:cNvPr>
          <p:cNvSpPr>
            <a:spLocks noGrp="1"/>
          </p:cNvSpPr>
          <p:nvPr>
            <p:ph type="pic" sz="quarter" idx="24" hasCustomPrompt="1"/>
          </p:nvPr>
        </p:nvSpPr>
        <p:spPr>
          <a:xfrm>
            <a:off x="6076968" y="1232094"/>
            <a:ext cx="3067031" cy="254268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defRPr>
            </a:lvl1pPr>
          </a:lstStyle>
          <a:p>
            <a:r>
              <a:rPr lang="en-US" altLang="zh-TW" dirty="0"/>
              <a:t>images</a:t>
            </a:r>
            <a:endParaRPr lang="zh-TW" altLang="en-US" dirty="0"/>
          </a:p>
        </p:txBody>
      </p:sp>
      <p:sp>
        <p:nvSpPr>
          <p:cNvPr id="63" name="文字版面配置區 20">
            <a:extLst>
              <a:ext uri="{FF2B5EF4-FFF2-40B4-BE49-F238E27FC236}">
                <a16:creationId xmlns:a16="http://schemas.microsoft.com/office/drawing/2014/main" id="{E84AABBE-C906-4DE2-9B7E-749E90AB7A08}"/>
              </a:ext>
            </a:extLst>
          </p:cNvPr>
          <p:cNvSpPr>
            <a:spLocks noGrp="1"/>
          </p:cNvSpPr>
          <p:nvPr>
            <p:ph type="body" sz="quarter" idx="25" hasCustomPrompt="1"/>
          </p:nvPr>
        </p:nvSpPr>
        <p:spPr>
          <a:xfrm>
            <a:off x="845244" y="2587845"/>
            <a:ext cx="811089" cy="1190788"/>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0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a:t>
            </a:r>
            <a:endParaRPr lang="zh-TW" altLang="en-US" dirty="0"/>
          </a:p>
        </p:txBody>
      </p:sp>
      <p:sp>
        <p:nvSpPr>
          <p:cNvPr id="64" name="文字版面配置區 20">
            <a:extLst>
              <a:ext uri="{FF2B5EF4-FFF2-40B4-BE49-F238E27FC236}">
                <a16:creationId xmlns:a16="http://schemas.microsoft.com/office/drawing/2014/main" id="{E91BD225-CAB6-4E90-9F8F-F335537BF65D}"/>
              </a:ext>
            </a:extLst>
          </p:cNvPr>
          <p:cNvSpPr>
            <a:spLocks noGrp="1"/>
          </p:cNvSpPr>
          <p:nvPr>
            <p:ph type="body" sz="quarter" idx="26" hasCustomPrompt="1"/>
          </p:nvPr>
        </p:nvSpPr>
        <p:spPr>
          <a:xfrm>
            <a:off x="1560442" y="3224518"/>
            <a:ext cx="811089" cy="410771"/>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3200" b="1">
                <a:solidFill>
                  <a:schemeClr val="bg1"/>
                </a:solidFill>
                <a:latin typeface="Microsoft YaHei" panose="020B0503020204020204" pitchFamily="34" charset="-122"/>
                <a:ea typeface="Microsoft YaHei" panose="020B0503020204020204" pitchFamily="34" charset="-122"/>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zh-TW" altLang="en-US" dirty="0"/>
              <a:t>億</a:t>
            </a:r>
          </a:p>
        </p:txBody>
      </p:sp>
      <p:sp>
        <p:nvSpPr>
          <p:cNvPr id="65" name="文字版面配置區 20">
            <a:extLst>
              <a:ext uri="{FF2B5EF4-FFF2-40B4-BE49-F238E27FC236}">
                <a16:creationId xmlns:a16="http://schemas.microsoft.com/office/drawing/2014/main" id="{3A34AD3F-9140-4A65-9DAE-F7014F9578B6}"/>
              </a:ext>
            </a:extLst>
          </p:cNvPr>
          <p:cNvSpPr>
            <a:spLocks noGrp="1"/>
          </p:cNvSpPr>
          <p:nvPr>
            <p:ph type="body" sz="quarter" idx="27" hasCustomPrompt="1"/>
          </p:nvPr>
        </p:nvSpPr>
        <p:spPr>
          <a:xfrm>
            <a:off x="3671379" y="2553839"/>
            <a:ext cx="811089" cy="1190788"/>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0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2</a:t>
            </a:r>
            <a:endParaRPr lang="zh-TW" altLang="en-US" dirty="0"/>
          </a:p>
        </p:txBody>
      </p:sp>
      <p:sp>
        <p:nvSpPr>
          <p:cNvPr id="66" name="文字版面配置區 20">
            <a:extLst>
              <a:ext uri="{FF2B5EF4-FFF2-40B4-BE49-F238E27FC236}">
                <a16:creationId xmlns:a16="http://schemas.microsoft.com/office/drawing/2014/main" id="{A083966D-F9B8-430C-93F1-940333B06F45}"/>
              </a:ext>
            </a:extLst>
          </p:cNvPr>
          <p:cNvSpPr>
            <a:spLocks noGrp="1"/>
          </p:cNvSpPr>
          <p:nvPr>
            <p:ph type="body" sz="quarter" idx="28" hasCustomPrompt="1"/>
          </p:nvPr>
        </p:nvSpPr>
        <p:spPr>
          <a:xfrm>
            <a:off x="4386577" y="3238481"/>
            <a:ext cx="1126032" cy="410771"/>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32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NTD</a:t>
            </a:r>
            <a:endParaRPr lang="zh-TW" altLang="en-US" dirty="0"/>
          </a:p>
        </p:txBody>
      </p:sp>
      <p:sp>
        <p:nvSpPr>
          <p:cNvPr id="67" name="文字版面配置區 20">
            <a:extLst>
              <a:ext uri="{FF2B5EF4-FFF2-40B4-BE49-F238E27FC236}">
                <a16:creationId xmlns:a16="http://schemas.microsoft.com/office/drawing/2014/main" id="{810B07CB-3E23-4C00-B891-73E329430015}"/>
              </a:ext>
            </a:extLst>
          </p:cNvPr>
          <p:cNvSpPr>
            <a:spLocks noGrp="1"/>
          </p:cNvSpPr>
          <p:nvPr>
            <p:ph type="body" sz="quarter" idx="29" hasCustomPrompt="1"/>
          </p:nvPr>
        </p:nvSpPr>
        <p:spPr>
          <a:xfrm>
            <a:off x="7061305" y="2553839"/>
            <a:ext cx="811089" cy="1190788"/>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0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3</a:t>
            </a:r>
            <a:endParaRPr lang="zh-TW" altLang="en-US" dirty="0"/>
          </a:p>
        </p:txBody>
      </p:sp>
      <p:sp>
        <p:nvSpPr>
          <p:cNvPr id="68" name="文字版面配置區 20">
            <a:extLst>
              <a:ext uri="{FF2B5EF4-FFF2-40B4-BE49-F238E27FC236}">
                <a16:creationId xmlns:a16="http://schemas.microsoft.com/office/drawing/2014/main" id="{39A05554-0D22-4D7A-B41F-49142CACADAE}"/>
              </a:ext>
            </a:extLst>
          </p:cNvPr>
          <p:cNvSpPr>
            <a:spLocks noGrp="1"/>
          </p:cNvSpPr>
          <p:nvPr>
            <p:ph type="body" sz="quarter" idx="30" hasCustomPrompt="1"/>
          </p:nvPr>
        </p:nvSpPr>
        <p:spPr>
          <a:xfrm>
            <a:off x="7776503" y="3238481"/>
            <a:ext cx="460373" cy="410771"/>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32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a:p>
            <a:pPr lvl="0"/>
            <a:endParaRPr lang="zh-TW" altLang="en-US" dirty="0"/>
          </a:p>
        </p:txBody>
      </p:sp>
      <p:sp>
        <p:nvSpPr>
          <p:cNvPr id="69" name="Slide Number Placeholder 5">
            <a:extLst>
              <a:ext uri="{FF2B5EF4-FFF2-40B4-BE49-F238E27FC236}">
                <a16:creationId xmlns:a16="http://schemas.microsoft.com/office/drawing/2014/main" id="{7B29BBBD-3AC2-4704-9937-C6A4A785F0E2}"/>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n-lt"/>
              </a:defRPr>
            </a:lvl1pPr>
          </a:lstStyle>
          <a:p>
            <a:fld id="{0AEF9A4B-07C9-404C-9053-A3A2AC3AD5D6}" type="slidenum">
              <a:rPr lang="en-GB" smtClean="0"/>
              <a:pPr/>
              <a:t>‹#›</a:t>
            </a:fld>
            <a:endParaRPr lang="en-GB" dirty="0"/>
          </a:p>
        </p:txBody>
      </p:sp>
      <p:sp>
        <p:nvSpPr>
          <p:cNvPr id="17"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1743311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Content_1">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7F3511B9-1220-48E6-B393-404168BBFEC4}"/>
              </a:ext>
            </a:extLst>
          </p:cNvPr>
          <p:cNvSpPr>
            <a:spLocks noGrp="1"/>
          </p:cNvSpPr>
          <p:nvPr>
            <p:ph type="sldNum" sz="quarter" idx="10"/>
          </p:nvPr>
        </p:nvSpPr>
        <p:spPr/>
        <p:txBody>
          <a:bodyPr/>
          <a:lstStyle>
            <a:lvl1pPr>
              <a:defRPr sz="600"/>
            </a:lvl1pPr>
          </a:lstStyle>
          <a:p>
            <a:fld id="{0AEF9A4B-07C9-404C-9053-A3A2AC3AD5D6}" type="slidenum">
              <a:rPr lang="en-GB" smtClean="0"/>
              <a:pPr/>
              <a:t>‹#›</a:t>
            </a:fld>
            <a:endParaRPr lang="en-GB" dirty="0"/>
          </a:p>
        </p:txBody>
      </p:sp>
      <p:sp>
        <p:nvSpPr>
          <p:cNvPr id="22" name="TextBox 38">
            <a:extLst>
              <a:ext uri="{FF2B5EF4-FFF2-40B4-BE49-F238E27FC236}">
                <a16:creationId xmlns:a16="http://schemas.microsoft.com/office/drawing/2014/main" id="{419493DC-0923-4185-BFFB-247A57270438}"/>
              </a:ext>
            </a:extLst>
          </p:cNvPr>
          <p:cNvSpPr txBox="1"/>
          <p:nvPr userDrawn="1"/>
        </p:nvSpPr>
        <p:spPr>
          <a:xfrm>
            <a:off x="810918" y="2014815"/>
            <a:ext cx="2947139" cy="543522"/>
          </a:xfrm>
          <a:prstGeom prst="rect">
            <a:avLst/>
          </a:prstGeom>
        </p:spPr>
        <p:txBody>
          <a:bodyPr wrap="square" lIns="0" tIns="0" rIns="0" bIns="0" rtlCol="0">
            <a:noAutofit/>
          </a:bodyPr>
          <a:lstStyle/>
          <a:p>
            <a:pPr algn="ctr"/>
            <a:r>
              <a:rPr lang="en-US" sz="1200" dirty="0">
                <a:solidFill>
                  <a:schemeClr val="bg1"/>
                </a:solidFill>
                <a:latin typeface="Riona Sans Regular" panose="01000000000000000000" pitchFamily="50" charset="0"/>
              </a:rPr>
              <a:t>Placed orders in wafer foundries greater than TWD 530BN in past 10 years</a:t>
            </a:r>
          </a:p>
        </p:txBody>
      </p:sp>
      <p:sp>
        <p:nvSpPr>
          <p:cNvPr id="38" name="文字版面配置區 18">
            <a:extLst>
              <a:ext uri="{FF2B5EF4-FFF2-40B4-BE49-F238E27FC236}">
                <a16:creationId xmlns:a16="http://schemas.microsoft.com/office/drawing/2014/main" id="{8D0FCABE-AF67-4776-87EA-71326C26E5E1}"/>
              </a:ext>
            </a:extLst>
          </p:cNvPr>
          <p:cNvSpPr>
            <a:spLocks noGrp="1"/>
          </p:cNvSpPr>
          <p:nvPr>
            <p:ph type="body" sz="quarter" idx="17" hasCustomPrompt="1"/>
          </p:nvPr>
        </p:nvSpPr>
        <p:spPr>
          <a:xfrm>
            <a:off x="-2578" y="1227653"/>
            <a:ext cx="4567652" cy="1664089"/>
          </a:xfrm>
          <a:prstGeom prst="rect">
            <a:avLst/>
          </a:prstGeom>
          <a:solidFill>
            <a:srgbClr val="FFCA05"/>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39" name="文字版面配置區 20">
            <a:extLst>
              <a:ext uri="{FF2B5EF4-FFF2-40B4-BE49-F238E27FC236}">
                <a16:creationId xmlns:a16="http://schemas.microsoft.com/office/drawing/2014/main" id="{685CEC30-ADC6-4106-A668-F67E0A931110}"/>
              </a:ext>
            </a:extLst>
          </p:cNvPr>
          <p:cNvSpPr>
            <a:spLocks noGrp="1"/>
          </p:cNvSpPr>
          <p:nvPr>
            <p:ph type="body" sz="quarter" idx="13" hasCustomPrompt="1"/>
          </p:nvPr>
        </p:nvSpPr>
        <p:spPr>
          <a:xfrm>
            <a:off x="1665323" y="1592142"/>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40" name="文字版面配置區 20">
            <a:extLst>
              <a:ext uri="{FF2B5EF4-FFF2-40B4-BE49-F238E27FC236}">
                <a16:creationId xmlns:a16="http://schemas.microsoft.com/office/drawing/2014/main" id="{E462A135-5745-4AE6-8705-DDA97E7B2B41}"/>
              </a:ext>
            </a:extLst>
          </p:cNvPr>
          <p:cNvSpPr>
            <a:spLocks noGrp="1"/>
          </p:cNvSpPr>
          <p:nvPr>
            <p:ph type="body" sz="quarter" idx="18" hasCustomPrompt="1"/>
          </p:nvPr>
        </p:nvSpPr>
        <p:spPr>
          <a:xfrm>
            <a:off x="2515377" y="1921047"/>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41" name="文字版面配置區 18">
            <a:extLst>
              <a:ext uri="{FF2B5EF4-FFF2-40B4-BE49-F238E27FC236}">
                <a16:creationId xmlns:a16="http://schemas.microsoft.com/office/drawing/2014/main" id="{12208CFE-A144-4D8E-A81A-F1B716075E17}"/>
              </a:ext>
            </a:extLst>
          </p:cNvPr>
          <p:cNvSpPr>
            <a:spLocks noGrp="1"/>
          </p:cNvSpPr>
          <p:nvPr>
            <p:ph type="body" sz="quarter" idx="19" hasCustomPrompt="1"/>
          </p:nvPr>
        </p:nvSpPr>
        <p:spPr>
          <a:xfrm>
            <a:off x="4565074" y="1227694"/>
            <a:ext cx="4583965" cy="1664089"/>
          </a:xfrm>
          <a:prstGeom prst="rect">
            <a:avLst/>
          </a:prstGeom>
          <a:solidFill>
            <a:srgbClr val="69BE28"/>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42" name="文字版面配置區 20">
            <a:extLst>
              <a:ext uri="{FF2B5EF4-FFF2-40B4-BE49-F238E27FC236}">
                <a16:creationId xmlns:a16="http://schemas.microsoft.com/office/drawing/2014/main" id="{4C71CE92-CCCC-4E54-8190-A01893E1D9A7}"/>
              </a:ext>
            </a:extLst>
          </p:cNvPr>
          <p:cNvSpPr>
            <a:spLocks noGrp="1"/>
          </p:cNvSpPr>
          <p:nvPr>
            <p:ph type="body" sz="quarter" idx="20" hasCustomPrompt="1"/>
          </p:nvPr>
        </p:nvSpPr>
        <p:spPr>
          <a:xfrm>
            <a:off x="6244940" y="1592183"/>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43" name="文字版面配置區 20">
            <a:extLst>
              <a:ext uri="{FF2B5EF4-FFF2-40B4-BE49-F238E27FC236}">
                <a16:creationId xmlns:a16="http://schemas.microsoft.com/office/drawing/2014/main" id="{E787113F-C9FE-4326-BE23-11EDE7AAF2A2}"/>
              </a:ext>
            </a:extLst>
          </p:cNvPr>
          <p:cNvSpPr>
            <a:spLocks noGrp="1"/>
          </p:cNvSpPr>
          <p:nvPr>
            <p:ph type="body" sz="quarter" idx="21" hasCustomPrompt="1"/>
          </p:nvPr>
        </p:nvSpPr>
        <p:spPr>
          <a:xfrm>
            <a:off x="7094994" y="1921088"/>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45" name="文字版面配置區 18">
            <a:extLst>
              <a:ext uri="{FF2B5EF4-FFF2-40B4-BE49-F238E27FC236}">
                <a16:creationId xmlns:a16="http://schemas.microsoft.com/office/drawing/2014/main" id="{464EEFDA-5CD6-418C-A47C-55ECA4E7B1CF}"/>
              </a:ext>
            </a:extLst>
          </p:cNvPr>
          <p:cNvSpPr>
            <a:spLocks noGrp="1"/>
          </p:cNvSpPr>
          <p:nvPr>
            <p:ph type="body" sz="quarter" idx="22" hasCustomPrompt="1"/>
          </p:nvPr>
        </p:nvSpPr>
        <p:spPr>
          <a:xfrm>
            <a:off x="-2578" y="2891743"/>
            <a:ext cx="2289600" cy="1694064"/>
          </a:xfrm>
          <a:prstGeom prst="rect">
            <a:avLst/>
          </a:prstGeom>
          <a:solidFill>
            <a:srgbClr val="00A1DE"/>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46" name="文字版面配置區 20">
            <a:extLst>
              <a:ext uri="{FF2B5EF4-FFF2-40B4-BE49-F238E27FC236}">
                <a16:creationId xmlns:a16="http://schemas.microsoft.com/office/drawing/2014/main" id="{C9D1CCEB-7E90-4826-8AB3-562AB0C635AF}"/>
              </a:ext>
            </a:extLst>
          </p:cNvPr>
          <p:cNvSpPr>
            <a:spLocks noGrp="1"/>
          </p:cNvSpPr>
          <p:nvPr>
            <p:ph type="body" sz="quarter" idx="23" hasCustomPrompt="1"/>
          </p:nvPr>
        </p:nvSpPr>
        <p:spPr>
          <a:xfrm>
            <a:off x="538235" y="3153862"/>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47" name="文字版面配置區 20">
            <a:extLst>
              <a:ext uri="{FF2B5EF4-FFF2-40B4-BE49-F238E27FC236}">
                <a16:creationId xmlns:a16="http://schemas.microsoft.com/office/drawing/2014/main" id="{AC5A051B-5BC0-47CD-A780-84938DD0592C}"/>
              </a:ext>
            </a:extLst>
          </p:cNvPr>
          <p:cNvSpPr>
            <a:spLocks noGrp="1"/>
          </p:cNvSpPr>
          <p:nvPr>
            <p:ph type="body" sz="quarter" idx="24" hasCustomPrompt="1"/>
          </p:nvPr>
        </p:nvSpPr>
        <p:spPr>
          <a:xfrm>
            <a:off x="1388289" y="3482767"/>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48" name="文字版面配置區 18">
            <a:extLst>
              <a:ext uri="{FF2B5EF4-FFF2-40B4-BE49-F238E27FC236}">
                <a16:creationId xmlns:a16="http://schemas.microsoft.com/office/drawing/2014/main" id="{4E9F919C-75AF-4751-8FE3-9601FEFC2CC7}"/>
              </a:ext>
            </a:extLst>
          </p:cNvPr>
          <p:cNvSpPr>
            <a:spLocks noGrp="1"/>
          </p:cNvSpPr>
          <p:nvPr>
            <p:ph type="body" sz="quarter" idx="25" hasCustomPrompt="1"/>
          </p:nvPr>
        </p:nvSpPr>
        <p:spPr>
          <a:xfrm>
            <a:off x="2283091" y="2891743"/>
            <a:ext cx="2289600" cy="1694064"/>
          </a:xfrm>
          <a:prstGeom prst="rect">
            <a:avLst/>
          </a:prstGeom>
          <a:solidFill>
            <a:srgbClr val="E11E3C"/>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49" name="文字版面配置區 20">
            <a:extLst>
              <a:ext uri="{FF2B5EF4-FFF2-40B4-BE49-F238E27FC236}">
                <a16:creationId xmlns:a16="http://schemas.microsoft.com/office/drawing/2014/main" id="{FBC7B4DE-50E2-4A0F-88E0-1DDB9A572A38}"/>
              </a:ext>
            </a:extLst>
          </p:cNvPr>
          <p:cNvSpPr>
            <a:spLocks noGrp="1"/>
          </p:cNvSpPr>
          <p:nvPr>
            <p:ph type="body" sz="quarter" idx="26" hasCustomPrompt="1"/>
          </p:nvPr>
        </p:nvSpPr>
        <p:spPr>
          <a:xfrm>
            <a:off x="2823904" y="3153862"/>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50" name="文字版面配置區 20">
            <a:extLst>
              <a:ext uri="{FF2B5EF4-FFF2-40B4-BE49-F238E27FC236}">
                <a16:creationId xmlns:a16="http://schemas.microsoft.com/office/drawing/2014/main" id="{909C1222-638E-470E-B9E1-FC4D606B1456}"/>
              </a:ext>
            </a:extLst>
          </p:cNvPr>
          <p:cNvSpPr>
            <a:spLocks noGrp="1"/>
          </p:cNvSpPr>
          <p:nvPr>
            <p:ph type="body" sz="quarter" idx="27" hasCustomPrompt="1"/>
          </p:nvPr>
        </p:nvSpPr>
        <p:spPr>
          <a:xfrm>
            <a:off x="3673958" y="3482767"/>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51" name="文字版面配置區 18">
            <a:extLst>
              <a:ext uri="{FF2B5EF4-FFF2-40B4-BE49-F238E27FC236}">
                <a16:creationId xmlns:a16="http://schemas.microsoft.com/office/drawing/2014/main" id="{C446EE38-EAAB-407A-B1C9-C1A135082D78}"/>
              </a:ext>
            </a:extLst>
          </p:cNvPr>
          <p:cNvSpPr>
            <a:spLocks noGrp="1"/>
          </p:cNvSpPr>
          <p:nvPr>
            <p:ph type="body" sz="quarter" idx="28" hasCustomPrompt="1"/>
          </p:nvPr>
        </p:nvSpPr>
        <p:spPr>
          <a:xfrm>
            <a:off x="4569422" y="2891743"/>
            <a:ext cx="2289600" cy="1694064"/>
          </a:xfrm>
          <a:prstGeom prst="rect">
            <a:avLst/>
          </a:prstGeom>
          <a:solidFill>
            <a:srgbClr val="036639"/>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2" name="文字版面配置區 20">
            <a:extLst>
              <a:ext uri="{FF2B5EF4-FFF2-40B4-BE49-F238E27FC236}">
                <a16:creationId xmlns:a16="http://schemas.microsoft.com/office/drawing/2014/main" id="{447FD56C-B88A-4A5D-9F66-72C92D51F036}"/>
              </a:ext>
            </a:extLst>
          </p:cNvPr>
          <p:cNvSpPr>
            <a:spLocks noGrp="1"/>
          </p:cNvSpPr>
          <p:nvPr>
            <p:ph type="body" sz="quarter" idx="29" hasCustomPrompt="1"/>
          </p:nvPr>
        </p:nvSpPr>
        <p:spPr>
          <a:xfrm>
            <a:off x="5110235" y="3150184"/>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53" name="文字版面配置區 20">
            <a:extLst>
              <a:ext uri="{FF2B5EF4-FFF2-40B4-BE49-F238E27FC236}">
                <a16:creationId xmlns:a16="http://schemas.microsoft.com/office/drawing/2014/main" id="{1D8D1BCE-B5CD-4F50-91A7-A5DAD74F21F2}"/>
              </a:ext>
            </a:extLst>
          </p:cNvPr>
          <p:cNvSpPr>
            <a:spLocks noGrp="1"/>
          </p:cNvSpPr>
          <p:nvPr>
            <p:ph type="body" sz="quarter" idx="30" hasCustomPrompt="1"/>
          </p:nvPr>
        </p:nvSpPr>
        <p:spPr>
          <a:xfrm>
            <a:off x="5960289" y="3479089"/>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54" name="文字版面配置區 18">
            <a:extLst>
              <a:ext uri="{FF2B5EF4-FFF2-40B4-BE49-F238E27FC236}">
                <a16:creationId xmlns:a16="http://schemas.microsoft.com/office/drawing/2014/main" id="{C7E1CE88-35E0-437D-B317-F6C943D2A398}"/>
              </a:ext>
            </a:extLst>
          </p:cNvPr>
          <p:cNvSpPr>
            <a:spLocks noGrp="1"/>
          </p:cNvSpPr>
          <p:nvPr>
            <p:ph type="body" sz="quarter" idx="31" hasCustomPrompt="1"/>
          </p:nvPr>
        </p:nvSpPr>
        <p:spPr>
          <a:xfrm>
            <a:off x="6859439" y="2891743"/>
            <a:ext cx="2289600" cy="1694064"/>
          </a:xfrm>
          <a:prstGeom prst="rect">
            <a:avLst/>
          </a:prstGeom>
          <a:solidFill>
            <a:srgbClr val="1717A3"/>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5" name="文字版面配置區 20">
            <a:extLst>
              <a:ext uri="{FF2B5EF4-FFF2-40B4-BE49-F238E27FC236}">
                <a16:creationId xmlns:a16="http://schemas.microsoft.com/office/drawing/2014/main" id="{5F198E52-2C68-449B-9805-6833DF0381BF}"/>
              </a:ext>
            </a:extLst>
          </p:cNvPr>
          <p:cNvSpPr>
            <a:spLocks noGrp="1"/>
          </p:cNvSpPr>
          <p:nvPr>
            <p:ph type="body" sz="quarter" idx="32" hasCustomPrompt="1"/>
          </p:nvPr>
        </p:nvSpPr>
        <p:spPr>
          <a:xfrm>
            <a:off x="7400252" y="3153862"/>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56" name="文字版面配置區 20">
            <a:extLst>
              <a:ext uri="{FF2B5EF4-FFF2-40B4-BE49-F238E27FC236}">
                <a16:creationId xmlns:a16="http://schemas.microsoft.com/office/drawing/2014/main" id="{4486E9A9-6EC2-4184-84F7-3800857882F1}"/>
              </a:ext>
            </a:extLst>
          </p:cNvPr>
          <p:cNvSpPr>
            <a:spLocks noGrp="1"/>
          </p:cNvSpPr>
          <p:nvPr>
            <p:ph type="body" sz="quarter" idx="33" hasCustomPrompt="1"/>
          </p:nvPr>
        </p:nvSpPr>
        <p:spPr>
          <a:xfrm>
            <a:off x="8250306" y="3482767"/>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24"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389418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rgbClr val="F39A1E"/>
        </a:solidFill>
        <a:effectLst/>
      </p:bgPr>
    </p:bg>
    <p:spTree>
      <p:nvGrpSpPr>
        <p:cNvPr id="1" name=""/>
        <p:cNvGrpSpPr/>
        <p:nvPr/>
      </p:nvGrpSpPr>
      <p:grpSpPr>
        <a:xfrm>
          <a:off x="0" y="0"/>
          <a:ext cx="0" cy="0"/>
          <a:chOff x="0" y="0"/>
          <a:chExt cx="0" cy="0"/>
        </a:xfrm>
      </p:grpSpPr>
      <p:grpSp>
        <p:nvGrpSpPr>
          <p:cNvPr id="10" name="群組 9"/>
          <p:cNvGrpSpPr/>
          <p:nvPr userDrawn="1"/>
        </p:nvGrpSpPr>
        <p:grpSpPr>
          <a:xfrm>
            <a:off x="260351" y="4754875"/>
            <a:ext cx="6037239" cy="281118"/>
            <a:chOff x="260351" y="4754875"/>
            <a:chExt cx="6037239" cy="281118"/>
          </a:xfrm>
        </p:grpSpPr>
        <p:sp>
          <p:nvSpPr>
            <p:cNvPr id="11" name="Footer Placeholder 3">
              <a:extLst>
                <a:ext uri="{FF2B5EF4-FFF2-40B4-BE49-F238E27FC236}">
                  <a16:creationId xmlns:a16="http://schemas.microsoft.com/office/drawing/2014/main" id="{996369C5-4144-4203-867D-86A1EF918D4D}"/>
                </a:ext>
              </a:extLst>
            </p:cNvPr>
            <p:cNvSpPr txBox="1">
              <a:spLocks/>
            </p:cNvSpPr>
            <p:nvPr userDrawn="1"/>
          </p:nvSpPr>
          <p:spPr>
            <a:xfrm>
              <a:off x="1170542" y="4854908"/>
              <a:ext cx="5127048" cy="181085"/>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600" kern="1200" dirty="0">
                  <a:solidFill>
                    <a:schemeClr val="bg1"/>
                  </a:solidFill>
                  <a:effectLst/>
                  <a:latin typeface="+mn-lt"/>
                  <a:ea typeface="+mn-ea"/>
                  <a:cs typeface="+mn-cs"/>
                </a:rPr>
                <a:t>MediaTek Proprietary and Confidential. © 2022 MediaTek Inc. All rights reserved</a:t>
              </a:r>
              <a:r>
                <a:rPr lang="en-US" altLang="zh-TW" sz="600" kern="1200" dirty="0">
                  <a:solidFill>
                    <a:schemeClr val="bg1">
                      <a:lumMod val="50000"/>
                    </a:schemeClr>
                  </a:solidFill>
                  <a:effectLst/>
                  <a:latin typeface="+mn-lt"/>
                  <a:ea typeface="+mn-ea"/>
                  <a:cs typeface="+mn-cs"/>
                </a:rPr>
                <a:t>.</a:t>
              </a:r>
              <a:endParaRPr lang="en-GB" sz="600" dirty="0">
                <a:solidFill>
                  <a:schemeClr val="bg1">
                    <a:lumMod val="50000"/>
                  </a:schemeClr>
                </a:solidFill>
                <a:latin typeface="+mn-lt"/>
              </a:endParaRPr>
            </a:p>
          </p:txBody>
        </p:sp>
        <p:pic>
          <p:nvPicPr>
            <p:cNvPr id="12" name="圖片 11">
              <a:extLst>
                <a:ext uri="{FF2B5EF4-FFF2-40B4-BE49-F238E27FC236}">
                  <a16:creationId xmlns:a16="http://schemas.microsoft.com/office/drawing/2014/main" id="{CC6B121D-85E8-4ED7-AF42-7E852007BAF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60351" y="4754875"/>
              <a:ext cx="885824" cy="224318"/>
            </a:xfrm>
            <a:prstGeom prst="rect">
              <a:avLst/>
            </a:prstGeom>
          </p:spPr>
        </p:pic>
      </p:grpSp>
    </p:spTree>
    <p:extLst>
      <p:ext uri="{BB962C8B-B14F-4D97-AF65-F5344CB8AC3E}">
        <p14:creationId xmlns:p14="http://schemas.microsoft.com/office/powerpoint/2010/main" val="973124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nd">
    <p:bg>
      <p:bgPr>
        <a:solidFill>
          <a:srgbClr val="F39A1E"/>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0F29723-1978-4CBE-8209-372F4A1F2F78}"/>
              </a:ext>
            </a:extLst>
          </p:cNvPr>
          <p:cNvSpPr/>
          <p:nvPr userDrawn="1"/>
        </p:nvSpPr>
        <p:spPr>
          <a:xfrm>
            <a:off x="0" y="0"/>
            <a:ext cx="91440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5" name="圖形 4">
            <a:extLst>
              <a:ext uri="{FF2B5EF4-FFF2-40B4-BE49-F238E27FC236}">
                <a16:creationId xmlns:a16="http://schemas.microsoft.com/office/drawing/2014/main" id="{82CBF49B-F09E-4FD8-AA32-33CCF5A10E2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90950" y="2262187"/>
            <a:ext cx="1562100" cy="619125"/>
          </a:xfrm>
          <a:prstGeom prst="rect">
            <a:avLst/>
          </a:prstGeom>
        </p:spPr>
      </p:pic>
    </p:spTree>
    <p:extLst>
      <p:ext uri="{BB962C8B-B14F-4D97-AF65-F5344CB8AC3E}">
        <p14:creationId xmlns:p14="http://schemas.microsoft.com/office/powerpoint/2010/main" val="2158661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Wallpaper Title Slide">
    <p:bg>
      <p:bgPr>
        <a:solidFill>
          <a:srgbClr val="F39A1E"/>
        </a:solidFill>
        <a:effectLst/>
      </p:bgPr>
    </p:bg>
    <p:spTree>
      <p:nvGrpSpPr>
        <p:cNvPr id="1" name=""/>
        <p:cNvGrpSpPr/>
        <p:nvPr/>
      </p:nvGrpSpPr>
      <p:grpSpPr>
        <a:xfrm>
          <a:off x="0" y="0"/>
          <a:ext cx="0" cy="0"/>
          <a:chOff x="0" y="0"/>
          <a:chExt cx="0" cy="0"/>
        </a:xfrm>
      </p:grpSpPr>
      <p:pic>
        <p:nvPicPr>
          <p:cNvPr id="546" name="圖片 545">
            <a:extLst>
              <a:ext uri="{FF2B5EF4-FFF2-40B4-BE49-F238E27FC236}">
                <a16:creationId xmlns:a16="http://schemas.microsoft.com/office/drawing/2014/main" id="{CC6B121D-85E8-4ED7-AF42-7E852007BAF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2213" y="407670"/>
            <a:ext cx="1461513" cy="399106"/>
          </a:xfrm>
          <a:prstGeom prst="rect">
            <a:avLst/>
          </a:prstGeom>
        </p:spPr>
      </p:pic>
      <p:sp>
        <p:nvSpPr>
          <p:cNvPr id="1104" name="文字方塊 1103"/>
          <p:cNvSpPr txBox="1"/>
          <p:nvPr userDrawn="1"/>
        </p:nvSpPr>
        <p:spPr>
          <a:xfrm>
            <a:off x="196973" y="2982436"/>
            <a:ext cx="6839255" cy="1969770"/>
          </a:xfrm>
          <a:prstGeom prst="rect">
            <a:avLst/>
          </a:prstGeom>
          <a:noFill/>
        </p:spPr>
        <p:txBody>
          <a:bodyPr wrap="square" rtlCol="0">
            <a:spAutoFit/>
          </a:bodyPr>
          <a:lstStyle/>
          <a:p>
            <a:r>
              <a:rPr lang="en-US" altLang="zh-TW" sz="900" b="1" kern="1200" dirty="0" err="1">
                <a:solidFill>
                  <a:schemeClr val="bg1"/>
                </a:solidFill>
                <a:effectLst/>
                <a:latin typeface="+mn-lt"/>
                <a:ea typeface="+mn-ea"/>
                <a:cs typeface="+mn-cs"/>
              </a:rPr>
              <a:t>MediaTek</a:t>
            </a:r>
            <a:r>
              <a:rPr lang="en-US" altLang="zh-TW" sz="900" b="1" kern="1200" dirty="0">
                <a:solidFill>
                  <a:schemeClr val="bg1"/>
                </a:solidFill>
                <a:effectLst/>
                <a:latin typeface="+mn-lt"/>
                <a:ea typeface="+mn-ea"/>
                <a:cs typeface="+mn-cs"/>
              </a:rPr>
              <a:t> Proprietary and Confidential</a:t>
            </a:r>
            <a:endParaRPr lang="zh-TW" altLang="zh-TW" sz="900" b="1" kern="1200" dirty="0">
              <a:solidFill>
                <a:schemeClr val="bg1"/>
              </a:solidFill>
              <a:effectLst/>
              <a:latin typeface="+mn-lt"/>
              <a:ea typeface="+mn-ea"/>
              <a:cs typeface="+mn-cs"/>
            </a:endParaRPr>
          </a:p>
          <a:p>
            <a:r>
              <a:rPr lang="en-US" altLang="zh-TW" sz="900" b="1" kern="1200" dirty="0">
                <a:solidFill>
                  <a:schemeClr val="bg1"/>
                </a:solidFill>
                <a:effectLst/>
                <a:latin typeface="+mn-lt"/>
                <a:ea typeface="+mn-ea"/>
                <a:cs typeface="+mn-cs"/>
              </a:rPr>
              <a:t> </a:t>
            </a:r>
            <a:endParaRPr lang="zh-TW" altLang="zh-TW" sz="900" b="1" kern="1200" dirty="0">
              <a:solidFill>
                <a:schemeClr val="bg1"/>
              </a:solidFill>
              <a:effectLst/>
              <a:latin typeface="+mn-lt"/>
              <a:ea typeface="+mn-ea"/>
              <a:cs typeface="+mn-cs"/>
            </a:endParaRPr>
          </a:p>
          <a:p>
            <a:r>
              <a:rPr lang="en-US" altLang="zh-TW" sz="800" kern="1200" dirty="0">
                <a:solidFill>
                  <a:schemeClr val="bg1"/>
                </a:solidFill>
                <a:effectLst/>
                <a:latin typeface="+mn-lt"/>
                <a:ea typeface="+mn-ea"/>
                <a:cs typeface="+mn-cs"/>
              </a:rPr>
              <a:t>© 2022 MediaTek Inc. All rights reserved. The term “</a:t>
            </a:r>
            <a:r>
              <a:rPr lang="en-US" altLang="zh-TW" sz="800" kern="1200" dirty="0" err="1">
                <a:solidFill>
                  <a:schemeClr val="bg1"/>
                </a:solidFill>
                <a:effectLst/>
                <a:latin typeface="+mn-lt"/>
                <a:ea typeface="+mn-ea"/>
                <a:cs typeface="+mn-cs"/>
              </a:rPr>
              <a:t>MediaTek</a:t>
            </a:r>
            <a:r>
              <a:rPr lang="en-US" altLang="zh-TW" sz="800" kern="1200" dirty="0">
                <a:solidFill>
                  <a:schemeClr val="bg1"/>
                </a:solidFill>
                <a:effectLst/>
                <a:latin typeface="+mn-lt"/>
                <a:ea typeface="+mn-ea"/>
                <a:cs typeface="+mn-cs"/>
              </a:rPr>
              <a:t>” refers to </a:t>
            </a:r>
            <a:r>
              <a:rPr lang="en-US" altLang="zh-TW" sz="800" kern="1200" dirty="0" err="1">
                <a:solidFill>
                  <a:schemeClr val="bg1"/>
                </a:solidFill>
                <a:effectLst/>
                <a:latin typeface="+mn-lt"/>
                <a:ea typeface="+mn-ea"/>
                <a:cs typeface="+mn-cs"/>
              </a:rPr>
              <a:t>MediaTek</a:t>
            </a:r>
            <a:r>
              <a:rPr lang="en-US" altLang="zh-TW" sz="800" kern="1200" dirty="0">
                <a:solidFill>
                  <a:schemeClr val="bg1"/>
                </a:solidFill>
                <a:effectLst/>
                <a:latin typeface="+mn-lt"/>
                <a:ea typeface="+mn-ea"/>
                <a:cs typeface="+mn-cs"/>
              </a:rPr>
              <a:t> Inc. and/or its affiliates.</a:t>
            </a:r>
            <a:endParaRPr lang="zh-TW" altLang="zh-TW" sz="800" kern="1200" dirty="0">
              <a:solidFill>
                <a:schemeClr val="bg1"/>
              </a:solidFill>
              <a:effectLst/>
              <a:latin typeface="+mn-lt"/>
              <a:ea typeface="+mn-ea"/>
              <a:cs typeface="+mn-cs"/>
            </a:endParaRPr>
          </a:p>
          <a:p>
            <a:r>
              <a:rPr lang="en-US" altLang="zh-TW" sz="800" kern="1200" dirty="0">
                <a:solidFill>
                  <a:schemeClr val="bg1"/>
                </a:solidFill>
                <a:effectLst/>
                <a:latin typeface="+mn-lt"/>
                <a:ea typeface="+mn-ea"/>
                <a:cs typeface="+mn-cs"/>
              </a:rPr>
              <a:t> </a:t>
            </a:r>
            <a:endParaRPr lang="zh-TW" altLang="zh-TW" sz="800" kern="1200" dirty="0">
              <a:solidFill>
                <a:schemeClr val="bg1"/>
              </a:solidFill>
              <a:effectLst/>
              <a:latin typeface="+mn-lt"/>
              <a:ea typeface="+mn-ea"/>
              <a:cs typeface="+mn-cs"/>
            </a:endParaRPr>
          </a:p>
          <a:p>
            <a:r>
              <a:rPr lang="en-US" altLang="zh-TW" sz="800" kern="1200" dirty="0">
                <a:solidFill>
                  <a:schemeClr val="bg1"/>
                </a:solidFill>
                <a:effectLst/>
                <a:latin typeface="+mn-lt"/>
                <a:ea typeface="+mn-ea"/>
                <a:cs typeface="+mn-cs"/>
              </a:rPr>
              <a:t>This document has been prepared solely for informational purposes. The content herein is made available to a restricted number of clients or partners, for internal use, pursuant to a license agreement or any other applicable agreement and subject to this notice. THIS DOCUMENT AND ANY ORAL INFORMATION PROVIDED BY MEDIATEK IN CONNECTION WITH THIS DOCUMENT (COLLECTIVELY THIS “DOCUMENT”), IF ANY, ARE PROVIDED “AS IS” WITHOUT WARRANTY OF ANY KIND, WHETHER EXPRESS, IMPLIED, STATUTORY, OR OTHERWISE. MEDIATEK DOES NOT WARRANT OR MAKE ANY REPRESENTATIONS OR GUARANTEE REGARDING THE USE OR THE RESULT OF THE USE OF THIS DOCUMENT IN TERMS OF CORRECTNESS, ACCURACY, TIMELINESS, RELIABILITY, OR OTHERWISE. </a:t>
            </a:r>
            <a:r>
              <a:rPr lang="en-US" altLang="zh-TW" sz="800" kern="1200" cap="all" dirty="0" err="1">
                <a:solidFill>
                  <a:schemeClr val="bg1"/>
                </a:solidFill>
                <a:effectLst/>
                <a:latin typeface="+mn-lt"/>
                <a:ea typeface="+mn-ea"/>
                <a:cs typeface="+mn-cs"/>
              </a:rPr>
              <a:t>MediaTek</a:t>
            </a:r>
            <a:r>
              <a:rPr lang="en-US" altLang="zh-TW" sz="800" kern="1200" cap="all" dirty="0">
                <a:solidFill>
                  <a:schemeClr val="bg1"/>
                </a:solidFill>
                <a:effectLst/>
                <a:latin typeface="+mn-lt"/>
                <a:ea typeface="+mn-ea"/>
                <a:cs typeface="+mn-cs"/>
              </a:rPr>
              <a:t> specifically disclaims all warranties of merchantability, non-infringement and fitness for a particular purpose and any warranties arising out of course of performance, course of dealing or usage of trade. </a:t>
            </a:r>
            <a:r>
              <a:rPr lang="en-US" altLang="zh-TW" sz="800" kern="1200" dirty="0">
                <a:solidFill>
                  <a:schemeClr val="bg1"/>
                </a:solidFill>
                <a:effectLst/>
                <a:latin typeface="+mn-lt"/>
                <a:ea typeface="+mn-ea"/>
                <a:cs typeface="+mn-cs"/>
              </a:rPr>
              <a:t>This Document must be held in strict confidence and may not be communicated, reproduced, distributed or disclosed to any third party or to any other person, or being referred to publicly, in whole or in part at any time except with </a:t>
            </a:r>
            <a:r>
              <a:rPr lang="en-US" altLang="zh-TW" sz="800" kern="1200" dirty="0" err="1">
                <a:solidFill>
                  <a:schemeClr val="bg1"/>
                </a:solidFill>
                <a:effectLst/>
                <a:latin typeface="+mn-lt"/>
                <a:ea typeface="+mn-ea"/>
                <a:cs typeface="+mn-cs"/>
              </a:rPr>
              <a:t>MediaTek’s</a:t>
            </a:r>
            <a:r>
              <a:rPr lang="en-US" altLang="zh-TW" sz="800" kern="1200" dirty="0">
                <a:solidFill>
                  <a:schemeClr val="bg1"/>
                </a:solidFill>
                <a:effectLst/>
                <a:latin typeface="+mn-lt"/>
                <a:ea typeface="+mn-ea"/>
                <a:cs typeface="+mn-cs"/>
              </a:rPr>
              <a:t> prior written consent, which </a:t>
            </a:r>
            <a:r>
              <a:rPr lang="en-US" altLang="zh-TW" sz="800" kern="1200" dirty="0" err="1">
                <a:solidFill>
                  <a:schemeClr val="bg1"/>
                </a:solidFill>
                <a:effectLst/>
                <a:latin typeface="+mn-lt"/>
                <a:ea typeface="+mn-ea"/>
                <a:cs typeface="+mn-cs"/>
              </a:rPr>
              <a:t>MediaTek</a:t>
            </a:r>
            <a:r>
              <a:rPr lang="en-US" altLang="zh-TW" sz="800" kern="1200" dirty="0">
                <a:solidFill>
                  <a:schemeClr val="bg1"/>
                </a:solidFill>
                <a:effectLst/>
                <a:latin typeface="+mn-lt"/>
                <a:ea typeface="+mn-ea"/>
                <a:cs typeface="+mn-cs"/>
              </a:rPr>
              <a:t> reserves the right to deny for any reason. You agree to indemnify </a:t>
            </a:r>
            <a:r>
              <a:rPr lang="en-US" altLang="zh-TW" sz="800" kern="1200" dirty="0" err="1">
                <a:solidFill>
                  <a:schemeClr val="bg1"/>
                </a:solidFill>
                <a:effectLst/>
                <a:latin typeface="+mn-lt"/>
                <a:ea typeface="+mn-ea"/>
                <a:cs typeface="+mn-cs"/>
              </a:rPr>
              <a:t>MediaTek</a:t>
            </a:r>
            <a:r>
              <a:rPr lang="en-US" altLang="zh-TW" sz="800" kern="1200" dirty="0">
                <a:solidFill>
                  <a:schemeClr val="bg1"/>
                </a:solidFill>
                <a:effectLst/>
                <a:latin typeface="+mn-lt"/>
                <a:ea typeface="+mn-ea"/>
                <a:cs typeface="+mn-cs"/>
              </a:rPr>
              <a:t> for any loss or damages suffered by </a:t>
            </a:r>
            <a:r>
              <a:rPr lang="en-US" altLang="zh-TW" sz="800" kern="1200" dirty="0" err="1">
                <a:solidFill>
                  <a:schemeClr val="bg1"/>
                </a:solidFill>
                <a:effectLst/>
                <a:latin typeface="+mn-lt"/>
                <a:ea typeface="+mn-ea"/>
                <a:cs typeface="+mn-cs"/>
              </a:rPr>
              <a:t>MediaTek</a:t>
            </a:r>
            <a:r>
              <a:rPr lang="en-US" altLang="zh-TW" sz="800" kern="1200" dirty="0">
                <a:solidFill>
                  <a:schemeClr val="bg1"/>
                </a:solidFill>
                <a:effectLst/>
                <a:latin typeface="+mn-lt"/>
                <a:ea typeface="+mn-ea"/>
                <a:cs typeface="+mn-cs"/>
              </a:rPr>
              <a:t> for your unauthorized use or disclosure of this Document, in whole or in part.  If you are not the intended recipient of this document, please delete and destroy all copies immediately.</a:t>
            </a:r>
            <a:endParaRPr lang="zh-TW" altLang="zh-TW" sz="800" kern="1200" dirty="0">
              <a:solidFill>
                <a:schemeClr val="bg1"/>
              </a:solidFill>
              <a:effectLst/>
              <a:latin typeface="+mn-lt"/>
              <a:ea typeface="+mn-ea"/>
              <a:cs typeface="+mn-cs"/>
            </a:endParaRPr>
          </a:p>
        </p:txBody>
      </p:sp>
    </p:spTree>
    <p:extLst>
      <p:ext uri="{BB962C8B-B14F-4D97-AF65-F5344CB8AC3E}">
        <p14:creationId xmlns:p14="http://schemas.microsoft.com/office/powerpoint/2010/main" val="1305606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80">
          <p15:clr>
            <a:srgbClr val="FBAE40"/>
          </p15:clr>
        </p15:guide>
        <p15:guide id="3" pos="317">
          <p15:clr>
            <a:srgbClr val="FBAE40"/>
          </p15:clr>
        </p15:guide>
        <p15:guide id="4" orient="horz" pos="130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2"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15" name="文字版面配置區 14"/>
          <p:cNvSpPr>
            <a:spLocks noGrp="1"/>
          </p:cNvSpPr>
          <p:nvPr>
            <p:ph type="body" idx="1"/>
          </p:nvPr>
        </p:nvSpPr>
        <p:spPr>
          <a:xfrm>
            <a:off x="323850" y="1028526"/>
            <a:ext cx="8218488" cy="3559447"/>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grpSp>
        <p:nvGrpSpPr>
          <p:cNvPr id="4" name="群組 3"/>
          <p:cNvGrpSpPr/>
          <p:nvPr userDrawn="1"/>
        </p:nvGrpSpPr>
        <p:grpSpPr>
          <a:xfrm>
            <a:off x="323850" y="4760384"/>
            <a:ext cx="5973740" cy="275609"/>
            <a:chOff x="323850" y="4760384"/>
            <a:chExt cx="5973740" cy="275609"/>
          </a:xfrm>
        </p:grpSpPr>
        <p:sp>
          <p:nvSpPr>
            <p:cNvPr id="5" name="Footer Placeholder 3">
              <a:extLst>
                <a:ext uri="{FF2B5EF4-FFF2-40B4-BE49-F238E27FC236}">
                  <a16:creationId xmlns:a16="http://schemas.microsoft.com/office/drawing/2014/main" id="{996369C5-4144-4203-867D-86A1EF918D4D}"/>
                </a:ext>
              </a:extLst>
            </p:cNvPr>
            <p:cNvSpPr txBox="1">
              <a:spLocks/>
            </p:cNvSpPr>
            <p:nvPr userDrawn="1"/>
          </p:nvSpPr>
          <p:spPr>
            <a:xfrm>
              <a:off x="1170542" y="4854908"/>
              <a:ext cx="5127048" cy="181085"/>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600" kern="1200" dirty="0">
                  <a:solidFill>
                    <a:schemeClr val="bg1">
                      <a:lumMod val="50000"/>
                    </a:schemeClr>
                  </a:solidFill>
                  <a:effectLst/>
                  <a:latin typeface="+mn-lt"/>
                  <a:ea typeface="+mn-ea"/>
                  <a:cs typeface="+mn-cs"/>
                </a:rPr>
                <a:t>MediaTek Proprietary and Confidential. © 2022 MediaTek Inc. All rights reserved.</a:t>
              </a:r>
              <a:endParaRPr lang="en-GB" sz="600" dirty="0">
                <a:solidFill>
                  <a:schemeClr val="bg1">
                    <a:lumMod val="50000"/>
                  </a:schemeClr>
                </a:solidFill>
                <a:latin typeface="+mn-lt"/>
              </a:endParaRPr>
            </a:p>
          </p:txBody>
        </p:sp>
        <p:pic>
          <p:nvPicPr>
            <p:cNvPr id="3" name="圖片 2"/>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323850" y="4760384"/>
              <a:ext cx="759123" cy="217106"/>
            </a:xfrm>
            <a:prstGeom prst="rect">
              <a:avLst/>
            </a:prstGeom>
          </p:spPr>
        </p:pic>
      </p:grpSp>
    </p:spTree>
    <p:extLst>
      <p:ext uri="{BB962C8B-B14F-4D97-AF65-F5344CB8AC3E}">
        <p14:creationId xmlns:p14="http://schemas.microsoft.com/office/powerpoint/2010/main" val="2240172516"/>
      </p:ext>
    </p:extLst>
  </p:cSld>
  <p:clrMap bg1="lt1" tx1="dk1" bg2="lt2" tx2="dk2" accent1="accent1" accent2="accent2" accent3="accent3" accent4="accent4" accent5="accent5" accent6="accent6" hlink="hlink" folHlink="folHlink"/>
  <p:sldLayoutIdLst>
    <p:sldLayoutId id="2147483806" r:id="rId1"/>
    <p:sldLayoutId id="2147483808" r:id="rId2"/>
    <p:sldLayoutId id="2147483809" r:id="rId3"/>
    <p:sldLayoutId id="2147483810" r:id="rId4"/>
    <p:sldLayoutId id="2147483811" r:id="rId5"/>
    <p:sldLayoutId id="2147483837" r:id="rId6"/>
    <p:sldLayoutId id="2147483838" r:id="rId7"/>
    <p:sldLayoutId id="2147483812" r:id="rId8"/>
    <p:sldLayoutId id="2147483822" r:id="rId9"/>
    <p:sldLayoutId id="2147483823" r:id="rId10"/>
    <p:sldLayoutId id="2147483824" r:id="rId11"/>
    <p:sldLayoutId id="2147483825" r:id="rId12"/>
    <p:sldLayoutId id="2147483827" r:id="rId13"/>
    <p:sldLayoutId id="2147483815" r:id="rId14"/>
    <p:sldLayoutId id="2147483816" r:id="rId15"/>
    <p:sldLayoutId id="2147483855"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100000"/>
        </a:lnSpc>
        <a:spcBef>
          <a:spcPct val="0"/>
        </a:spcBef>
        <a:buNone/>
        <a:defRPr sz="2800" b="1" u="none" kern="1200" baseline="0">
          <a:solidFill>
            <a:srgbClr val="F39A1E"/>
          </a:solidFill>
          <a:latin typeface="+mj-lt"/>
          <a:ea typeface="+mj-ea"/>
          <a:cs typeface="Arial"/>
        </a:defRPr>
      </a:lvl1pPr>
    </p:titleStyle>
    <p:bodyStyle>
      <a:lvl1pPr marL="271463" indent="-271463" algn="l" defTabSz="914400" rtl="0" eaLnBrk="1" latinLnBrk="0" hangingPunct="1">
        <a:lnSpc>
          <a:spcPct val="90000"/>
        </a:lnSpc>
        <a:spcBef>
          <a:spcPts val="1200"/>
        </a:spcBef>
        <a:buFont typeface="Arial" panose="020B0604020202020204" pitchFamily="34" charset="0"/>
        <a:buChar char="•"/>
        <a:defRPr lang="zh-TW" altLang="en-US" sz="2000" b="1" kern="1200" baseline="0" dirty="0" smtClean="0">
          <a:solidFill>
            <a:schemeClr val="tx1"/>
          </a:solidFill>
          <a:latin typeface="+mj-lt"/>
          <a:ea typeface="+mn-ea"/>
          <a:cs typeface="Arial"/>
        </a:defRPr>
      </a:lvl1pPr>
      <a:lvl2pPr marL="804863" indent="-358775" algn="l" defTabSz="914400" rtl="0" eaLnBrk="1" latinLnBrk="0" hangingPunct="1">
        <a:lnSpc>
          <a:spcPct val="90000"/>
        </a:lnSpc>
        <a:spcBef>
          <a:spcPts val="900"/>
        </a:spcBef>
        <a:buFont typeface="Calibri Light" panose="020F0302020204030204" pitchFamily="34" charset="0"/>
        <a:buChar char="–"/>
        <a:defRPr sz="1600" b="1" kern="1200" baseline="0">
          <a:solidFill>
            <a:schemeClr val="tx1"/>
          </a:solidFill>
          <a:latin typeface="+mj-lt"/>
          <a:ea typeface="+mn-ea"/>
          <a:cs typeface="Arial"/>
        </a:defRPr>
      </a:lvl2pPr>
      <a:lvl3pPr marL="1077913" indent="-174625" algn="l" defTabSz="914400" rtl="0" eaLnBrk="1" latinLnBrk="0" hangingPunct="1">
        <a:lnSpc>
          <a:spcPct val="90000"/>
        </a:lnSpc>
        <a:spcBef>
          <a:spcPts val="600"/>
        </a:spcBef>
        <a:buFont typeface="Arial" panose="020B0604020202020204" pitchFamily="34" charset="0"/>
        <a:buChar char="-"/>
        <a:defRPr sz="1200" kern="1200" baseline="0">
          <a:solidFill>
            <a:schemeClr val="tx1"/>
          </a:solidFill>
          <a:latin typeface="+mj-lt"/>
          <a:ea typeface="+mn-ea"/>
          <a:cs typeface="Arial"/>
        </a:defRPr>
      </a:lvl3pPr>
      <a:lvl4pPr marL="1257300" indent="-177800" algn="l" defTabSz="914400" rtl="0" eaLnBrk="1" latinLnBrk="0" hangingPunct="1">
        <a:lnSpc>
          <a:spcPct val="90000"/>
        </a:lnSpc>
        <a:spcBef>
          <a:spcPts val="500"/>
        </a:spcBef>
        <a:buFont typeface="Arial" panose="020B0604020202020204" pitchFamily="34" charset="0"/>
        <a:buChar char="•"/>
        <a:defRPr sz="1200" kern="1200" baseline="0">
          <a:solidFill>
            <a:schemeClr val="tx1"/>
          </a:solidFill>
          <a:latin typeface="+mj-lt"/>
          <a:ea typeface="+mn-ea"/>
          <a:cs typeface="Arial"/>
        </a:defRPr>
      </a:lvl4pPr>
      <a:lvl5pPr marL="1435100" indent="-177800" algn="l" defTabSz="914400" rtl="0" eaLnBrk="1" latinLnBrk="0" hangingPunct="1">
        <a:lnSpc>
          <a:spcPct val="90000"/>
        </a:lnSpc>
        <a:spcBef>
          <a:spcPts val="500"/>
        </a:spcBef>
        <a:buFont typeface="Arial" panose="020B0604020202020204" pitchFamily="34" charset="0"/>
        <a:buChar char="-"/>
        <a:defRPr sz="1100" kern="1200" baseline="0">
          <a:solidFill>
            <a:schemeClr val="tx1"/>
          </a:solidFill>
          <a:latin typeface="+mj-lt"/>
          <a:ea typeface="+mn-ea"/>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556">
          <p15:clr>
            <a:srgbClr val="F26B43"/>
          </p15:clr>
        </p15:guide>
        <p15:guide id="2" orient="horz" pos="38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4"/>
          </p:nvPr>
        </p:nvSpPr>
        <p:spPr/>
        <p:txBody>
          <a:bodyPr/>
          <a:lstStyle/>
          <a:p>
            <a:fld id="{0AEF9A4B-07C9-404C-9053-A3A2AC3AD5D6}" type="slidenum">
              <a:rPr lang="en-GB" smtClean="0"/>
              <a:pPr/>
              <a:t>1</a:t>
            </a:fld>
            <a:endParaRPr lang="en-GB" dirty="0"/>
          </a:p>
        </p:txBody>
      </p:sp>
      <p:sp>
        <p:nvSpPr>
          <p:cNvPr id="6" name="內容版面配置區 5"/>
          <p:cNvSpPr>
            <a:spLocks noGrp="1"/>
          </p:cNvSpPr>
          <p:nvPr>
            <p:ph sz="quarter" idx="10"/>
          </p:nvPr>
        </p:nvSpPr>
        <p:spPr>
          <a:xfrm>
            <a:off x="323849" y="243840"/>
            <a:ext cx="8637271" cy="4471231"/>
          </a:xfrm>
        </p:spPr>
        <p:txBody>
          <a:bodyPr/>
          <a:lstStyle/>
          <a:p>
            <a:r>
              <a:rPr lang="en-US" altLang="zh-TW" dirty="0"/>
              <a:t>Gyroscope: Mumbai</a:t>
            </a:r>
            <a:r>
              <a:rPr lang="zh-TW" altLang="en-US" dirty="0"/>
              <a:t> </a:t>
            </a:r>
            <a:r>
              <a:rPr lang="en-US" altLang="zh-TW" dirty="0"/>
              <a:t>and Bangalore looks ok</a:t>
            </a:r>
          </a:p>
          <a:p>
            <a:pPr lvl="1"/>
            <a:r>
              <a:rPr lang="en-US" altLang="zh-TW" dirty="0"/>
              <a:t>The root mean square of z-axis is small than 0.0060 rad/s (Gyroscope z-axis control car heading)</a:t>
            </a:r>
          </a:p>
          <a:p>
            <a:pPr lvl="1"/>
            <a:r>
              <a:rPr lang="en-US" altLang="zh-TW" dirty="0"/>
              <a:t>The static detect rate about sensor over 95% (sensor + car speed to detect static)</a:t>
            </a:r>
          </a:p>
          <a:p>
            <a:pPr lvl="1"/>
            <a:endParaRPr lang="en-US" altLang="zh-TW" dirty="0"/>
          </a:p>
          <a:p>
            <a:pPr lvl="1"/>
            <a:endParaRPr lang="en-US" altLang="zh-TW" dirty="0"/>
          </a:p>
          <a:p>
            <a:pPr lvl="1"/>
            <a:endParaRPr lang="en-US" altLang="zh-TW" dirty="0"/>
          </a:p>
          <a:p>
            <a:pPr marL="0" indent="0">
              <a:buNone/>
            </a:pPr>
            <a:endParaRPr lang="en-US" altLang="zh-TW" dirty="0"/>
          </a:p>
          <a:p>
            <a:r>
              <a:rPr lang="en-US" altLang="zh-TW" dirty="0"/>
              <a:t>Accelerometer: Mumbai</a:t>
            </a:r>
            <a:r>
              <a:rPr lang="zh-TW" altLang="en-US" dirty="0"/>
              <a:t> </a:t>
            </a:r>
            <a:r>
              <a:rPr lang="en-US" altLang="zh-TW" dirty="0"/>
              <a:t>and Bangalore looks ok</a:t>
            </a:r>
          </a:p>
          <a:p>
            <a:pPr lvl="1"/>
            <a:r>
              <a:rPr lang="en-US" altLang="zh-TW" dirty="0"/>
              <a:t>The root mean square of x/y-axis is small than 0.0890 m/s^2 (Accelerometer x/y-axis control roll/pitch)</a:t>
            </a:r>
          </a:p>
          <a:p>
            <a:pPr lvl="1"/>
            <a:r>
              <a:rPr lang="en-US" altLang="zh-TW" dirty="0"/>
              <a:t>The difference of leveling is small than 6 degree (roll: 4.89 degree, pitch: 2.34 degree)</a:t>
            </a:r>
          </a:p>
          <a:p>
            <a:pPr lvl="1"/>
            <a:endParaRPr lang="en-US" altLang="zh-TW" dirty="0"/>
          </a:p>
          <a:p>
            <a:pPr lvl="1"/>
            <a:endParaRPr lang="en-US" altLang="zh-TW" dirty="0"/>
          </a:p>
          <a:p>
            <a:pPr lvl="1"/>
            <a:endParaRPr lang="en-US" altLang="zh-TW" dirty="0"/>
          </a:p>
          <a:p>
            <a:pPr lvl="1"/>
            <a:endParaRPr lang="en-US" altLang="zh-TW" dirty="0"/>
          </a:p>
          <a:p>
            <a:pPr lvl="1"/>
            <a:endParaRPr lang="en-US" altLang="zh-TW" dirty="0"/>
          </a:p>
          <a:p>
            <a:pPr lvl="1"/>
            <a:endParaRPr lang="en-US" altLang="zh-TW" dirty="0"/>
          </a:p>
          <a:p>
            <a:endParaRPr lang="en-US" altLang="zh-TW" dirty="0"/>
          </a:p>
        </p:txBody>
      </p:sp>
      <p:graphicFrame>
        <p:nvGraphicFramePr>
          <p:cNvPr id="10" name="表格 9">
            <a:extLst>
              <a:ext uri="{FF2B5EF4-FFF2-40B4-BE49-F238E27FC236}">
                <a16:creationId xmlns:a16="http://schemas.microsoft.com/office/drawing/2014/main" id="{CE8C7F4F-406D-AD88-DC7C-C22EF0375130}"/>
              </a:ext>
            </a:extLst>
          </p:cNvPr>
          <p:cNvGraphicFramePr>
            <a:graphicFrameLocks noGrp="1"/>
          </p:cNvGraphicFramePr>
          <p:nvPr>
            <p:extLst>
              <p:ext uri="{D42A27DB-BD31-4B8C-83A1-F6EECF244321}">
                <p14:modId xmlns:p14="http://schemas.microsoft.com/office/powerpoint/2010/main" val="1616937555"/>
              </p:ext>
            </p:extLst>
          </p:nvPr>
        </p:nvGraphicFramePr>
        <p:xfrm>
          <a:off x="950562" y="1179390"/>
          <a:ext cx="7547167" cy="1295400"/>
        </p:xfrm>
        <a:graphic>
          <a:graphicData uri="http://schemas.openxmlformats.org/drawingml/2006/table">
            <a:tbl>
              <a:tblPr>
                <a:tableStyleId>{9D7B26C5-4107-4FEC-AEDC-1716B250A1EF}</a:tableStyleId>
              </a:tblPr>
              <a:tblGrid>
                <a:gridCol w="1470724">
                  <a:extLst>
                    <a:ext uri="{9D8B030D-6E8A-4147-A177-3AD203B41FA5}">
                      <a16:colId xmlns:a16="http://schemas.microsoft.com/office/drawing/2014/main" val="848727422"/>
                    </a:ext>
                  </a:extLst>
                </a:gridCol>
                <a:gridCol w="1414780">
                  <a:extLst>
                    <a:ext uri="{9D8B030D-6E8A-4147-A177-3AD203B41FA5}">
                      <a16:colId xmlns:a16="http://schemas.microsoft.com/office/drawing/2014/main" val="1958800195"/>
                    </a:ext>
                  </a:extLst>
                </a:gridCol>
                <a:gridCol w="1505268">
                  <a:extLst>
                    <a:ext uri="{9D8B030D-6E8A-4147-A177-3AD203B41FA5}">
                      <a16:colId xmlns:a16="http://schemas.microsoft.com/office/drawing/2014/main" val="2224572370"/>
                    </a:ext>
                  </a:extLst>
                </a:gridCol>
                <a:gridCol w="1532954">
                  <a:extLst>
                    <a:ext uri="{9D8B030D-6E8A-4147-A177-3AD203B41FA5}">
                      <a16:colId xmlns:a16="http://schemas.microsoft.com/office/drawing/2014/main" val="383970183"/>
                    </a:ext>
                  </a:extLst>
                </a:gridCol>
                <a:gridCol w="1623441">
                  <a:extLst>
                    <a:ext uri="{9D8B030D-6E8A-4147-A177-3AD203B41FA5}">
                      <a16:colId xmlns:a16="http://schemas.microsoft.com/office/drawing/2014/main" val="1228483348"/>
                    </a:ext>
                  </a:extLst>
                </a:gridCol>
              </a:tblGrid>
              <a:tr h="212903">
                <a:tc>
                  <a:txBody>
                    <a:bodyPr/>
                    <a:lstStyle/>
                    <a:p>
                      <a:endParaRPr lang="zh-TW" altLang="en-US" sz="1100" dirty="0"/>
                    </a:p>
                  </a:txBody>
                  <a:tcPr anchor="ctr"/>
                </a:tc>
                <a:tc>
                  <a:txBody>
                    <a:bodyPr/>
                    <a:lstStyle/>
                    <a:p>
                      <a:r>
                        <a:rPr lang="en-US" sz="1100"/>
                        <a:t>Mumbai </a:t>
                      </a:r>
                      <a:r>
                        <a:rPr lang="en-US" sz="1100" dirty="0"/>
                        <a:t>(5mins)</a:t>
                      </a:r>
                    </a:p>
                  </a:txBody>
                  <a:tcPr anchor="ctr"/>
                </a:tc>
                <a:tc>
                  <a:txBody>
                    <a:bodyPr/>
                    <a:lstStyle/>
                    <a:p>
                      <a:r>
                        <a:rPr lang="en-US" sz="1100"/>
                        <a:t>Mumbai </a:t>
                      </a:r>
                      <a:r>
                        <a:rPr lang="en-US" sz="1100" dirty="0"/>
                        <a:t>(30mins)</a:t>
                      </a:r>
                    </a:p>
                  </a:txBody>
                  <a:tcPr anchor="ctr"/>
                </a:tc>
                <a:tc>
                  <a:txBody>
                    <a:bodyPr/>
                    <a:lstStyle/>
                    <a:p>
                      <a:r>
                        <a:rPr lang="en-US" altLang="zh-TW" sz="1100" dirty="0"/>
                        <a:t>Bangalore (</a:t>
                      </a:r>
                      <a:r>
                        <a:rPr lang="en-US" sz="1100" dirty="0"/>
                        <a:t>5mins)</a:t>
                      </a:r>
                    </a:p>
                  </a:txBody>
                  <a:tcPr anchor="ctr"/>
                </a:tc>
                <a:tc>
                  <a:txBody>
                    <a:bodyPr/>
                    <a:lstStyle/>
                    <a:p>
                      <a:r>
                        <a:rPr lang="en-US" altLang="zh-TW" sz="1100" dirty="0"/>
                        <a:t>Bangalore (30mins)</a:t>
                      </a:r>
                    </a:p>
                  </a:txBody>
                  <a:tcPr anchor="ctr"/>
                </a:tc>
                <a:extLst>
                  <a:ext uri="{0D108BD9-81ED-4DB2-BD59-A6C34878D82A}">
                    <a16:rowId xmlns:a16="http://schemas.microsoft.com/office/drawing/2014/main" val="129737919"/>
                  </a:ext>
                </a:extLst>
              </a:tr>
              <a:tr h="212903">
                <a:tc>
                  <a:txBody>
                    <a:bodyPr/>
                    <a:lstStyle/>
                    <a:p>
                      <a:r>
                        <a:rPr lang="en-US" sz="1100" dirty="0" err="1"/>
                        <a:t>Gyro_RMS_X</a:t>
                      </a:r>
                      <a:r>
                        <a:rPr lang="en-US" sz="1100" dirty="0"/>
                        <a:t> (rad/s)</a:t>
                      </a:r>
                    </a:p>
                  </a:txBody>
                  <a:tcPr anchor="ctr"/>
                </a:tc>
                <a:tc>
                  <a:txBody>
                    <a:bodyPr/>
                    <a:lstStyle/>
                    <a:p>
                      <a:r>
                        <a:rPr lang="en-US" altLang="zh-TW" sz="1100" dirty="0"/>
                        <a:t>0.00645</a:t>
                      </a:r>
                    </a:p>
                  </a:txBody>
                  <a:tcPr anchor="ctr"/>
                </a:tc>
                <a:tc>
                  <a:txBody>
                    <a:bodyPr/>
                    <a:lstStyle/>
                    <a:p>
                      <a:r>
                        <a:rPr lang="en-US" altLang="zh-TW" sz="1100" dirty="0"/>
                        <a:t>0.00503</a:t>
                      </a:r>
                    </a:p>
                  </a:txBody>
                  <a:tcPr anchor="ctr"/>
                </a:tc>
                <a:tc>
                  <a:txBody>
                    <a:bodyPr/>
                    <a:lstStyle/>
                    <a:p>
                      <a:r>
                        <a:rPr lang="en-US" altLang="zh-TW" sz="1100" dirty="0"/>
                        <a:t>0.00140</a:t>
                      </a:r>
                    </a:p>
                  </a:txBody>
                  <a:tcPr anchor="ctr"/>
                </a:tc>
                <a:tc>
                  <a:txBody>
                    <a:bodyPr/>
                    <a:lstStyle/>
                    <a:p>
                      <a:r>
                        <a:rPr lang="en-US" altLang="zh-TW" sz="1100" dirty="0"/>
                        <a:t>0.00190</a:t>
                      </a:r>
                    </a:p>
                  </a:txBody>
                  <a:tcPr anchor="ctr"/>
                </a:tc>
                <a:extLst>
                  <a:ext uri="{0D108BD9-81ED-4DB2-BD59-A6C34878D82A}">
                    <a16:rowId xmlns:a16="http://schemas.microsoft.com/office/drawing/2014/main" val="1857881321"/>
                  </a:ext>
                </a:extLst>
              </a:tr>
              <a:tr h="212903">
                <a:tc>
                  <a:txBody>
                    <a:bodyPr/>
                    <a:lstStyle/>
                    <a:p>
                      <a:r>
                        <a:rPr lang="en-US" altLang="zh-TW" sz="1100" dirty="0" err="1"/>
                        <a:t>Gyro_RMS_Y</a:t>
                      </a:r>
                      <a:r>
                        <a:rPr lang="zh-TW" altLang="en-US" sz="1100" dirty="0"/>
                        <a:t> </a:t>
                      </a:r>
                      <a:r>
                        <a:rPr lang="en-US" altLang="zh-TW" sz="1100" dirty="0"/>
                        <a:t>(rad/s)</a:t>
                      </a:r>
                    </a:p>
                  </a:txBody>
                  <a:tcPr anchor="ctr"/>
                </a:tc>
                <a:tc>
                  <a:txBody>
                    <a:bodyPr/>
                    <a:lstStyle/>
                    <a:p>
                      <a:r>
                        <a:rPr lang="en-US" altLang="zh-TW" sz="1100" dirty="0"/>
                        <a:t>0.00102</a:t>
                      </a:r>
                    </a:p>
                  </a:txBody>
                  <a:tcPr anchor="ctr"/>
                </a:tc>
                <a:tc>
                  <a:txBody>
                    <a:bodyPr/>
                    <a:lstStyle/>
                    <a:p>
                      <a:r>
                        <a:rPr lang="en-US" altLang="zh-TW" sz="1100" dirty="0"/>
                        <a:t>0.00098</a:t>
                      </a:r>
                    </a:p>
                  </a:txBody>
                  <a:tcPr anchor="ctr"/>
                </a:tc>
                <a:tc>
                  <a:txBody>
                    <a:bodyPr/>
                    <a:lstStyle/>
                    <a:p>
                      <a:r>
                        <a:rPr lang="en-US" altLang="zh-TW" sz="1100" dirty="0"/>
                        <a:t>0.00150</a:t>
                      </a:r>
                    </a:p>
                  </a:txBody>
                  <a:tcPr anchor="ctr"/>
                </a:tc>
                <a:tc>
                  <a:txBody>
                    <a:bodyPr/>
                    <a:lstStyle/>
                    <a:p>
                      <a:r>
                        <a:rPr lang="en-US" altLang="zh-TW" sz="1100" dirty="0"/>
                        <a:t>0.00141</a:t>
                      </a:r>
                    </a:p>
                  </a:txBody>
                  <a:tcPr anchor="ctr"/>
                </a:tc>
                <a:extLst>
                  <a:ext uri="{0D108BD9-81ED-4DB2-BD59-A6C34878D82A}">
                    <a16:rowId xmlns:a16="http://schemas.microsoft.com/office/drawing/2014/main" val="2602592833"/>
                  </a:ext>
                </a:extLst>
              </a:tr>
              <a:tr h="212903">
                <a:tc>
                  <a:txBody>
                    <a:bodyPr/>
                    <a:lstStyle/>
                    <a:p>
                      <a:r>
                        <a:rPr lang="en-US" altLang="zh-TW" sz="1100" dirty="0" err="1"/>
                        <a:t>Gyro_RMS_Z</a:t>
                      </a:r>
                      <a:r>
                        <a:rPr lang="zh-TW" altLang="en-US" sz="1100" dirty="0"/>
                        <a:t> </a:t>
                      </a:r>
                      <a:r>
                        <a:rPr lang="en-US" altLang="zh-TW" sz="1100" dirty="0"/>
                        <a:t>(rad/s)</a:t>
                      </a:r>
                    </a:p>
                  </a:txBody>
                  <a:tcPr anchor="ctr"/>
                </a:tc>
                <a:tc>
                  <a:txBody>
                    <a:bodyPr/>
                    <a:lstStyle/>
                    <a:p>
                      <a:r>
                        <a:rPr lang="en-US" altLang="zh-TW" sz="1100" dirty="0">
                          <a:solidFill>
                            <a:srgbClr val="00B050"/>
                          </a:solidFill>
                        </a:rPr>
                        <a:t>0.00063</a:t>
                      </a:r>
                    </a:p>
                  </a:txBody>
                  <a:tcPr anchor="ctr"/>
                </a:tc>
                <a:tc>
                  <a:txBody>
                    <a:bodyPr/>
                    <a:lstStyle/>
                    <a:p>
                      <a:r>
                        <a:rPr lang="en-US" altLang="zh-TW" sz="1100" dirty="0">
                          <a:solidFill>
                            <a:srgbClr val="00B050"/>
                          </a:solidFill>
                        </a:rPr>
                        <a:t>0.00061</a:t>
                      </a:r>
                    </a:p>
                  </a:txBody>
                  <a:tcPr anchor="ctr"/>
                </a:tc>
                <a:tc>
                  <a:txBody>
                    <a:bodyPr/>
                    <a:lstStyle/>
                    <a:p>
                      <a:r>
                        <a:rPr lang="en-US" altLang="zh-TW" sz="1100" dirty="0">
                          <a:solidFill>
                            <a:srgbClr val="00B050"/>
                          </a:solidFill>
                        </a:rPr>
                        <a:t>0.00052</a:t>
                      </a:r>
                    </a:p>
                  </a:txBody>
                  <a:tcPr anchor="ctr"/>
                </a:tc>
                <a:tc>
                  <a:txBody>
                    <a:bodyPr/>
                    <a:lstStyle/>
                    <a:p>
                      <a:r>
                        <a:rPr lang="en-US" altLang="zh-TW" sz="1100" dirty="0">
                          <a:solidFill>
                            <a:srgbClr val="00B050"/>
                          </a:solidFill>
                        </a:rPr>
                        <a:t>0.00050</a:t>
                      </a:r>
                    </a:p>
                  </a:txBody>
                  <a:tcPr anchor="ctr"/>
                </a:tc>
                <a:extLst>
                  <a:ext uri="{0D108BD9-81ED-4DB2-BD59-A6C34878D82A}">
                    <a16:rowId xmlns:a16="http://schemas.microsoft.com/office/drawing/2014/main" val="1966451756"/>
                  </a:ext>
                </a:extLst>
              </a:tr>
              <a:tr h="0">
                <a:tc>
                  <a:txBody>
                    <a:bodyPr/>
                    <a:lstStyle/>
                    <a:p>
                      <a:r>
                        <a:rPr lang="en-US" altLang="zh-TW" sz="1100" dirty="0"/>
                        <a:t>Static detect rate</a:t>
                      </a:r>
                      <a:r>
                        <a:rPr lang="zh-TW" altLang="en-US" sz="1100" dirty="0"/>
                        <a:t> </a:t>
                      </a:r>
                      <a:r>
                        <a:rPr lang="en-US" altLang="zh-TW" sz="1100" dirty="0"/>
                        <a:t>(%)</a:t>
                      </a:r>
                    </a:p>
                  </a:txBody>
                  <a:tcPr anchor="ctr"/>
                </a:tc>
                <a:tc>
                  <a:txBody>
                    <a:bodyPr/>
                    <a:lstStyle/>
                    <a:p>
                      <a:r>
                        <a:rPr lang="en-US" altLang="zh-TW" sz="1100" dirty="0">
                          <a:solidFill>
                            <a:srgbClr val="00B050"/>
                          </a:solidFill>
                        </a:rPr>
                        <a:t>99.29%</a:t>
                      </a:r>
                    </a:p>
                  </a:txBody>
                  <a:tcPr anchor="ctr"/>
                </a:tc>
                <a:tc>
                  <a:txBody>
                    <a:bodyPr/>
                    <a:lstStyle/>
                    <a:p>
                      <a:r>
                        <a:rPr lang="en-US" altLang="zh-TW" sz="1100" dirty="0">
                          <a:solidFill>
                            <a:srgbClr val="00B050"/>
                          </a:solidFill>
                        </a:rPr>
                        <a:t>99.78%</a:t>
                      </a:r>
                    </a:p>
                  </a:txBody>
                  <a:tcPr anchor="ctr"/>
                </a:tc>
                <a:tc>
                  <a:txBody>
                    <a:bodyPr/>
                    <a:lstStyle/>
                    <a:p>
                      <a:r>
                        <a:rPr lang="en-US" altLang="zh-TW" sz="1100" dirty="0">
                          <a:solidFill>
                            <a:srgbClr val="00B050"/>
                          </a:solidFill>
                        </a:rPr>
                        <a:t>97.36%</a:t>
                      </a:r>
                    </a:p>
                  </a:txBody>
                  <a:tcPr anchor="ctr"/>
                </a:tc>
                <a:tc>
                  <a:txBody>
                    <a:bodyPr/>
                    <a:lstStyle/>
                    <a:p>
                      <a:r>
                        <a:rPr lang="en-US" altLang="zh-TW" sz="1100" dirty="0">
                          <a:solidFill>
                            <a:srgbClr val="00B050"/>
                          </a:solidFill>
                        </a:rPr>
                        <a:t>98.85%</a:t>
                      </a:r>
                    </a:p>
                  </a:txBody>
                  <a:tcPr anchor="ctr"/>
                </a:tc>
                <a:extLst>
                  <a:ext uri="{0D108BD9-81ED-4DB2-BD59-A6C34878D82A}">
                    <a16:rowId xmlns:a16="http://schemas.microsoft.com/office/drawing/2014/main" val="3492447059"/>
                  </a:ext>
                </a:extLst>
              </a:tr>
            </a:tbl>
          </a:graphicData>
        </a:graphic>
      </p:graphicFrame>
      <p:sp>
        <p:nvSpPr>
          <p:cNvPr id="11" name="Rectangle 2">
            <a:extLst>
              <a:ext uri="{FF2B5EF4-FFF2-40B4-BE49-F238E27FC236}">
                <a16:creationId xmlns:a16="http://schemas.microsoft.com/office/drawing/2014/main" id="{FF7236E8-AC89-135B-3905-8D61A14CF2CE}"/>
              </a:ext>
            </a:extLst>
          </p:cNvPr>
          <p:cNvSpPr>
            <a:spLocks noChangeArrowheads="1"/>
          </p:cNvSpPr>
          <p:nvPr/>
        </p:nvSpPr>
        <p:spPr bwMode="auto">
          <a:xfrm>
            <a:off x="323850" y="12080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12" name="表格 11">
            <a:extLst>
              <a:ext uri="{FF2B5EF4-FFF2-40B4-BE49-F238E27FC236}">
                <a16:creationId xmlns:a16="http://schemas.microsoft.com/office/drawing/2014/main" id="{182D829B-9030-CB97-74E8-36D2E6B08753}"/>
              </a:ext>
            </a:extLst>
          </p:cNvPr>
          <p:cNvGraphicFramePr>
            <a:graphicFrameLocks noGrp="1"/>
          </p:cNvGraphicFramePr>
          <p:nvPr>
            <p:extLst>
              <p:ext uri="{D42A27DB-BD31-4B8C-83A1-F6EECF244321}">
                <p14:modId xmlns:p14="http://schemas.microsoft.com/office/powerpoint/2010/main" val="514186694"/>
              </p:ext>
            </p:extLst>
          </p:nvPr>
        </p:nvGraphicFramePr>
        <p:xfrm>
          <a:off x="750283" y="3425208"/>
          <a:ext cx="7930961" cy="1295400"/>
        </p:xfrm>
        <a:graphic>
          <a:graphicData uri="http://schemas.openxmlformats.org/drawingml/2006/table">
            <a:tbl>
              <a:tblPr>
                <a:tableStyleId>{9D7B26C5-4107-4FEC-AEDC-1716B250A1EF}</a:tableStyleId>
              </a:tblPr>
              <a:tblGrid>
                <a:gridCol w="1854518">
                  <a:extLst>
                    <a:ext uri="{9D8B030D-6E8A-4147-A177-3AD203B41FA5}">
                      <a16:colId xmlns:a16="http://schemas.microsoft.com/office/drawing/2014/main" val="848727422"/>
                    </a:ext>
                  </a:extLst>
                </a:gridCol>
                <a:gridCol w="1414780">
                  <a:extLst>
                    <a:ext uri="{9D8B030D-6E8A-4147-A177-3AD203B41FA5}">
                      <a16:colId xmlns:a16="http://schemas.microsoft.com/office/drawing/2014/main" val="1958800195"/>
                    </a:ext>
                  </a:extLst>
                </a:gridCol>
                <a:gridCol w="1505268">
                  <a:extLst>
                    <a:ext uri="{9D8B030D-6E8A-4147-A177-3AD203B41FA5}">
                      <a16:colId xmlns:a16="http://schemas.microsoft.com/office/drawing/2014/main" val="2224572370"/>
                    </a:ext>
                  </a:extLst>
                </a:gridCol>
                <a:gridCol w="1532954">
                  <a:extLst>
                    <a:ext uri="{9D8B030D-6E8A-4147-A177-3AD203B41FA5}">
                      <a16:colId xmlns:a16="http://schemas.microsoft.com/office/drawing/2014/main" val="383970183"/>
                    </a:ext>
                  </a:extLst>
                </a:gridCol>
                <a:gridCol w="1623441">
                  <a:extLst>
                    <a:ext uri="{9D8B030D-6E8A-4147-A177-3AD203B41FA5}">
                      <a16:colId xmlns:a16="http://schemas.microsoft.com/office/drawing/2014/main" val="1228483348"/>
                    </a:ext>
                  </a:extLst>
                </a:gridCol>
              </a:tblGrid>
              <a:tr h="212903">
                <a:tc>
                  <a:txBody>
                    <a:bodyPr/>
                    <a:lstStyle/>
                    <a:p>
                      <a:endParaRPr lang="zh-TW" altLang="en-US" sz="1100" dirty="0"/>
                    </a:p>
                  </a:txBody>
                  <a:tcPr anchor="ctr"/>
                </a:tc>
                <a:tc>
                  <a:txBody>
                    <a:bodyPr/>
                    <a:lstStyle/>
                    <a:p>
                      <a:r>
                        <a:rPr lang="en-US" sz="1100"/>
                        <a:t>Mumbai </a:t>
                      </a:r>
                      <a:r>
                        <a:rPr lang="en-US" sz="1100" dirty="0"/>
                        <a:t>(5mins)</a:t>
                      </a:r>
                    </a:p>
                  </a:txBody>
                  <a:tcPr anchor="ctr"/>
                </a:tc>
                <a:tc>
                  <a:txBody>
                    <a:bodyPr/>
                    <a:lstStyle/>
                    <a:p>
                      <a:r>
                        <a:rPr lang="en-US" sz="1100"/>
                        <a:t>Mumbai </a:t>
                      </a:r>
                      <a:r>
                        <a:rPr lang="en-US" sz="1100" dirty="0"/>
                        <a:t>(30mins)</a:t>
                      </a:r>
                    </a:p>
                  </a:txBody>
                  <a:tcPr anchor="ctr"/>
                </a:tc>
                <a:tc>
                  <a:txBody>
                    <a:bodyPr/>
                    <a:lstStyle/>
                    <a:p>
                      <a:r>
                        <a:rPr lang="en-US" altLang="zh-TW" sz="1100" dirty="0"/>
                        <a:t>Bangalore (</a:t>
                      </a:r>
                      <a:r>
                        <a:rPr lang="en-US" sz="1100" dirty="0"/>
                        <a:t>5mins)</a:t>
                      </a:r>
                    </a:p>
                  </a:txBody>
                  <a:tcPr anchor="ctr"/>
                </a:tc>
                <a:tc>
                  <a:txBody>
                    <a:bodyPr/>
                    <a:lstStyle/>
                    <a:p>
                      <a:r>
                        <a:rPr lang="en-US" altLang="zh-TW" sz="1100" dirty="0"/>
                        <a:t>Bangalore (30mins)</a:t>
                      </a:r>
                    </a:p>
                  </a:txBody>
                  <a:tcPr anchor="ctr"/>
                </a:tc>
                <a:extLst>
                  <a:ext uri="{0D108BD9-81ED-4DB2-BD59-A6C34878D82A}">
                    <a16:rowId xmlns:a16="http://schemas.microsoft.com/office/drawing/2014/main" val="129737919"/>
                  </a:ext>
                </a:extLst>
              </a:tr>
              <a:tr h="212903">
                <a:tc>
                  <a:txBody>
                    <a:bodyPr/>
                    <a:lstStyle/>
                    <a:p>
                      <a:r>
                        <a:rPr lang="en-US" sz="1100" dirty="0" err="1"/>
                        <a:t>Acc_RMS_X</a:t>
                      </a:r>
                      <a:r>
                        <a:rPr lang="en-US" sz="1100" dirty="0"/>
                        <a:t> (m/s</a:t>
                      </a:r>
                      <a:r>
                        <a:rPr lang="en-US" altLang="zh-TW" sz="1100" dirty="0"/>
                        <a:t>^2</a:t>
                      </a:r>
                      <a:r>
                        <a:rPr lang="en-US" sz="1100" dirty="0"/>
                        <a:t>)</a:t>
                      </a:r>
                    </a:p>
                  </a:txBody>
                  <a:tcPr anchor="ctr"/>
                </a:tc>
                <a:tc>
                  <a:txBody>
                    <a:bodyPr/>
                    <a:lstStyle/>
                    <a:p>
                      <a:r>
                        <a:rPr lang="en-US" altLang="zh-TW" sz="1100" u="none" strike="noStrike" dirty="0">
                          <a:solidFill>
                            <a:srgbClr val="00B050"/>
                          </a:solidFill>
                          <a:effectLst/>
                        </a:rPr>
                        <a:t>0.04176</a:t>
                      </a:r>
                      <a:endParaRPr lang="en-US" altLang="zh-TW" sz="1100" dirty="0">
                        <a:solidFill>
                          <a:srgbClr val="00B050"/>
                        </a:solidFill>
                      </a:endParaRPr>
                    </a:p>
                  </a:txBody>
                  <a:tcPr anchor="ctr"/>
                </a:tc>
                <a:tc>
                  <a:txBody>
                    <a:bodyPr/>
                    <a:lstStyle/>
                    <a:p>
                      <a:r>
                        <a:rPr lang="en-US" altLang="zh-TW" sz="1100" u="none" strike="noStrike" dirty="0">
                          <a:solidFill>
                            <a:srgbClr val="00B050"/>
                          </a:solidFill>
                          <a:effectLst/>
                        </a:rPr>
                        <a:t>0.03616</a:t>
                      </a:r>
                      <a:endParaRPr lang="en-US" altLang="zh-TW" sz="1100" dirty="0">
                        <a:solidFill>
                          <a:srgbClr val="00B050"/>
                        </a:solidFill>
                      </a:endParaRPr>
                    </a:p>
                  </a:txBody>
                  <a:tcPr anchor="ctr"/>
                </a:tc>
                <a:tc>
                  <a:txBody>
                    <a:bodyPr/>
                    <a:lstStyle/>
                    <a:p>
                      <a:r>
                        <a:rPr lang="en-US" altLang="zh-TW" sz="1100" u="none" strike="noStrike" dirty="0">
                          <a:solidFill>
                            <a:srgbClr val="00B050"/>
                          </a:solidFill>
                          <a:effectLst/>
                        </a:rPr>
                        <a:t>0.02528</a:t>
                      </a:r>
                      <a:endParaRPr lang="en-US" altLang="zh-TW" sz="1100" dirty="0">
                        <a:solidFill>
                          <a:srgbClr val="00B050"/>
                        </a:solidFill>
                      </a:endParaRPr>
                    </a:p>
                  </a:txBody>
                  <a:tcPr anchor="ctr"/>
                </a:tc>
                <a:tc>
                  <a:txBody>
                    <a:bodyPr/>
                    <a:lstStyle/>
                    <a:p>
                      <a:r>
                        <a:rPr lang="en-US" altLang="zh-TW" sz="1100" u="none" strike="noStrike" dirty="0">
                          <a:solidFill>
                            <a:srgbClr val="00B050"/>
                          </a:solidFill>
                          <a:effectLst/>
                        </a:rPr>
                        <a:t>0.02096</a:t>
                      </a:r>
                      <a:endParaRPr lang="en-US" altLang="zh-TW" sz="1100" dirty="0">
                        <a:solidFill>
                          <a:srgbClr val="00B050"/>
                        </a:solidFill>
                      </a:endParaRPr>
                    </a:p>
                  </a:txBody>
                  <a:tcPr anchor="ctr"/>
                </a:tc>
                <a:extLst>
                  <a:ext uri="{0D108BD9-81ED-4DB2-BD59-A6C34878D82A}">
                    <a16:rowId xmlns:a16="http://schemas.microsoft.com/office/drawing/2014/main" val="1857881321"/>
                  </a:ext>
                </a:extLst>
              </a:tr>
              <a:tr h="212903">
                <a:tc>
                  <a:txBody>
                    <a:bodyPr/>
                    <a:lstStyle/>
                    <a:p>
                      <a:r>
                        <a:rPr lang="en-US" altLang="zh-TW" sz="1100" dirty="0" err="1"/>
                        <a:t>Acc_RMS_Y</a:t>
                      </a:r>
                      <a:r>
                        <a:rPr lang="zh-TW" altLang="en-US" sz="1100" dirty="0"/>
                        <a:t> </a:t>
                      </a:r>
                      <a:r>
                        <a:rPr lang="en-US" altLang="zh-TW" sz="1100" dirty="0"/>
                        <a:t>(m/s^2)</a:t>
                      </a:r>
                    </a:p>
                  </a:txBody>
                  <a:tcPr anchor="ctr"/>
                </a:tc>
                <a:tc>
                  <a:txBody>
                    <a:bodyPr/>
                    <a:lstStyle/>
                    <a:p>
                      <a:r>
                        <a:rPr lang="en-US" altLang="zh-TW" sz="1100" u="none" strike="noStrike" dirty="0">
                          <a:solidFill>
                            <a:srgbClr val="00B050"/>
                          </a:solidFill>
                          <a:effectLst/>
                        </a:rPr>
                        <a:t>0.07552</a:t>
                      </a:r>
                      <a:endParaRPr lang="en-US" altLang="zh-TW" sz="1100" dirty="0">
                        <a:solidFill>
                          <a:srgbClr val="00B050"/>
                        </a:solidFill>
                      </a:endParaRPr>
                    </a:p>
                  </a:txBody>
                  <a:tcPr anchor="ctr"/>
                </a:tc>
                <a:tc>
                  <a:txBody>
                    <a:bodyPr/>
                    <a:lstStyle/>
                    <a:p>
                      <a:r>
                        <a:rPr lang="en-US" altLang="zh-TW" sz="1100" u="none" strike="noStrike" dirty="0">
                          <a:solidFill>
                            <a:srgbClr val="00B050"/>
                          </a:solidFill>
                          <a:effectLst/>
                        </a:rPr>
                        <a:t>0.06176</a:t>
                      </a:r>
                      <a:endParaRPr lang="en-US" altLang="zh-TW" sz="1100" dirty="0">
                        <a:solidFill>
                          <a:srgbClr val="00B050"/>
                        </a:solidFill>
                      </a:endParaRPr>
                    </a:p>
                  </a:txBody>
                  <a:tcPr anchor="ctr"/>
                </a:tc>
                <a:tc>
                  <a:txBody>
                    <a:bodyPr/>
                    <a:lstStyle/>
                    <a:p>
                      <a:r>
                        <a:rPr lang="en-US" altLang="zh-TW" sz="1100" u="none" strike="noStrike" dirty="0">
                          <a:solidFill>
                            <a:srgbClr val="00B050"/>
                          </a:solidFill>
                          <a:effectLst/>
                        </a:rPr>
                        <a:t>0.06352</a:t>
                      </a:r>
                      <a:endParaRPr lang="en-US" altLang="zh-TW" sz="1100" dirty="0">
                        <a:solidFill>
                          <a:srgbClr val="00B050"/>
                        </a:solidFill>
                      </a:endParaRPr>
                    </a:p>
                  </a:txBody>
                  <a:tcPr anchor="ctr"/>
                </a:tc>
                <a:tc>
                  <a:txBody>
                    <a:bodyPr/>
                    <a:lstStyle/>
                    <a:p>
                      <a:r>
                        <a:rPr lang="en-US" altLang="zh-TW" sz="1100" u="none" strike="noStrike" dirty="0">
                          <a:solidFill>
                            <a:srgbClr val="00B050"/>
                          </a:solidFill>
                          <a:effectLst/>
                        </a:rPr>
                        <a:t>0.05088</a:t>
                      </a:r>
                      <a:endParaRPr lang="en-US" altLang="zh-TW" sz="1100" dirty="0">
                        <a:solidFill>
                          <a:srgbClr val="00B050"/>
                        </a:solidFill>
                      </a:endParaRPr>
                    </a:p>
                  </a:txBody>
                  <a:tcPr anchor="ctr"/>
                </a:tc>
                <a:extLst>
                  <a:ext uri="{0D108BD9-81ED-4DB2-BD59-A6C34878D82A}">
                    <a16:rowId xmlns:a16="http://schemas.microsoft.com/office/drawing/2014/main" val="2602592833"/>
                  </a:ext>
                </a:extLst>
              </a:tr>
              <a:tr h="212903">
                <a:tc>
                  <a:txBody>
                    <a:bodyPr/>
                    <a:lstStyle/>
                    <a:p>
                      <a:r>
                        <a:rPr lang="en-US" altLang="zh-TW" sz="1100" dirty="0" err="1"/>
                        <a:t>Acc_RMS_Z</a:t>
                      </a:r>
                      <a:r>
                        <a:rPr lang="zh-TW" altLang="en-US" sz="1100" dirty="0"/>
                        <a:t> </a:t>
                      </a:r>
                      <a:r>
                        <a:rPr lang="en-US" altLang="zh-TW" sz="1100" dirty="0"/>
                        <a:t>(m/s^2)</a:t>
                      </a:r>
                    </a:p>
                  </a:txBody>
                  <a:tcPr anchor="ctr"/>
                </a:tc>
                <a:tc>
                  <a:txBody>
                    <a:bodyPr/>
                    <a:lstStyle/>
                    <a:p>
                      <a:r>
                        <a:rPr lang="en-US" altLang="zh-TW" sz="1100" u="none" strike="noStrike" dirty="0">
                          <a:effectLst/>
                        </a:rPr>
                        <a:t>0.09776</a:t>
                      </a:r>
                      <a:endParaRPr lang="en-US" altLang="zh-TW" sz="1100" dirty="0">
                        <a:solidFill>
                          <a:srgbClr val="00B050"/>
                        </a:solidFill>
                      </a:endParaRPr>
                    </a:p>
                  </a:txBody>
                  <a:tcPr anchor="ctr"/>
                </a:tc>
                <a:tc>
                  <a:txBody>
                    <a:bodyPr/>
                    <a:lstStyle/>
                    <a:p>
                      <a:r>
                        <a:rPr lang="en-US" altLang="zh-TW" sz="1100" u="none" strike="noStrike" dirty="0">
                          <a:effectLst/>
                        </a:rPr>
                        <a:t>0.07616</a:t>
                      </a:r>
                      <a:endParaRPr lang="en-US" altLang="zh-TW" sz="1100" dirty="0">
                        <a:solidFill>
                          <a:srgbClr val="00B050"/>
                        </a:solidFill>
                      </a:endParaRPr>
                    </a:p>
                  </a:txBody>
                  <a:tcPr anchor="ctr"/>
                </a:tc>
                <a:tc>
                  <a:txBody>
                    <a:bodyPr/>
                    <a:lstStyle/>
                    <a:p>
                      <a:r>
                        <a:rPr lang="en-US" altLang="zh-TW" sz="1100" u="none" strike="noStrike" dirty="0">
                          <a:effectLst/>
                        </a:rPr>
                        <a:t>0.07536</a:t>
                      </a:r>
                      <a:endParaRPr lang="en-US" altLang="zh-TW" sz="1100" dirty="0">
                        <a:solidFill>
                          <a:srgbClr val="00B050"/>
                        </a:solidFill>
                      </a:endParaRPr>
                    </a:p>
                  </a:txBody>
                  <a:tcPr anchor="ctr"/>
                </a:tc>
                <a:tc>
                  <a:txBody>
                    <a:bodyPr/>
                    <a:lstStyle/>
                    <a:p>
                      <a:r>
                        <a:rPr lang="en-US" altLang="zh-TW" sz="1100" u="none" strike="noStrike" dirty="0">
                          <a:effectLst/>
                        </a:rPr>
                        <a:t>0.05776</a:t>
                      </a:r>
                      <a:endParaRPr lang="en-US" altLang="zh-TW" sz="1100" dirty="0">
                        <a:solidFill>
                          <a:srgbClr val="00B050"/>
                        </a:solidFill>
                      </a:endParaRPr>
                    </a:p>
                  </a:txBody>
                  <a:tcPr anchor="ctr"/>
                </a:tc>
                <a:extLst>
                  <a:ext uri="{0D108BD9-81ED-4DB2-BD59-A6C34878D82A}">
                    <a16:rowId xmlns:a16="http://schemas.microsoft.com/office/drawing/2014/main" val="1966451756"/>
                  </a:ext>
                </a:extLst>
              </a:tr>
              <a:tr h="0">
                <a:tc>
                  <a:txBody>
                    <a:bodyPr/>
                    <a:lstStyle/>
                    <a:p>
                      <a:r>
                        <a:rPr lang="en-US" altLang="zh-TW" sz="1100" dirty="0"/>
                        <a:t>Leveling, roll/pitch (deg/deg)</a:t>
                      </a:r>
                    </a:p>
                  </a:txBody>
                  <a:tcPr anchor="ctr"/>
                </a:tc>
                <a:tc>
                  <a:txBody>
                    <a:bodyPr/>
                    <a:lstStyle/>
                    <a:p>
                      <a:r>
                        <a:rPr lang="en-US" altLang="zh-TW" sz="1100" dirty="0">
                          <a:solidFill>
                            <a:srgbClr val="00B050"/>
                          </a:solidFill>
                        </a:rPr>
                        <a:t>176.74 / 13.22</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100" dirty="0">
                          <a:solidFill>
                            <a:srgbClr val="00B050"/>
                          </a:solidFill>
                        </a:rPr>
                        <a:t>176.74 / 13.22</a:t>
                      </a:r>
                    </a:p>
                  </a:txBody>
                  <a:tcPr anchor="ctr"/>
                </a:tc>
                <a:tc>
                  <a:txBody>
                    <a:bodyPr/>
                    <a:lstStyle/>
                    <a:p>
                      <a:r>
                        <a:rPr lang="en-US" altLang="zh-TW" sz="1100" dirty="0">
                          <a:solidFill>
                            <a:srgbClr val="00B050"/>
                          </a:solidFill>
                        </a:rPr>
                        <a:t>-179.00 / 10.88</a:t>
                      </a:r>
                    </a:p>
                  </a:txBody>
                  <a:tcPr anchor="ctr"/>
                </a:tc>
                <a:tc>
                  <a:txBody>
                    <a:bodyPr/>
                    <a:lstStyle/>
                    <a:p>
                      <a:r>
                        <a:rPr lang="en-US" altLang="zh-TW" sz="1100" dirty="0">
                          <a:solidFill>
                            <a:srgbClr val="00B050"/>
                          </a:solidFill>
                        </a:rPr>
                        <a:t>-179.00 / 10.88</a:t>
                      </a:r>
                    </a:p>
                  </a:txBody>
                  <a:tcPr anchor="ctr"/>
                </a:tc>
                <a:extLst>
                  <a:ext uri="{0D108BD9-81ED-4DB2-BD59-A6C34878D82A}">
                    <a16:rowId xmlns:a16="http://schemas.microsoft.com/office/drawing/2014/main" val="3492447059"/>
                  </a:ext>
                </a:extLst>
              </a:tr>
            </a:tbl>
          </a:graphicData>
        </a:graphic>
      </p:graphicFrame>
    </p:spTree>
    <p:extLst>
      <p:ext uri="{BB962C8B-B14F-4D97-AF65-F5344CB8AC3E}">
        <p14:creationId xmlns:p14="http://schemas.microsoft.com/office/powerpoint/2010/main" val="16570404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內容版面配置區 30" descr="一張含有 文字, 螢幕擷取畫面, 圖表, 繪圖 的圖片&#10;&#10;自動產生的描述">
            <a:extLst>
              <a:ext uri="{FF2B5EF4-FFF2-40B4-BE49-F238E27FC236}">
                <a16:creationId xmlns:a16="http://schemas.microsoft.com/office/drawing/2014/main" id="{5D3E9577-04DD-E332-0E37-B1E8B4125DFB}"/>
              </a:ext>
            </a:extLst>
          </p:cNvPr>
          <p:cNvPicPr>
            <a:picLocks noGrp="1" noChangeAspect="1"/>
          </p:cNvPicPr>
          <p:nvPr>
            <p:ph sz="quarter" idx="11"/>
          </p:nvPr>
        </p:nvPicPr>
        <p:blipFill>
          <a:blip r:embed="rId2"/>
          <a:stretch>
            <a:fillRect/>
          </a:stretch>
        </p:blipFill>
        <p:spPr>
          <a:xfrm>
            <a:off x="4500563" y="1342628"/>
            <a:ext cx="4041775" cy="3031331"/>
          </a:xfrm>
        </p:spPr>
      </p:pic>
      <p:sp>
        <p:nvSpPr>
          <p:cNvPr id="2" name="投影片編號版面配置區 1">
            <a:extLst>
              <a:ext uri="{FF2B5EF4-FFF2-40B4-BE49-F238E27FC236}">
                <a16:creationId xmlns:a16="http://schemas.microsoft.com/office/drawing/2014/main" id="{46A3CBAE-4921-A863-8F91-BF9F01738CE6}"/>
              </a:ext>
            </a:extLst>
          </p:cNvPr>
          <p:cNvSpPr>
            <a:spLocks noGrp="1"/>
          </p:cNvSpPr>
          <p:nvPr>
            <p:ph type="sldNum" sz="quarter" idx="4"/>
          </p:nvPr>
        </p:nvSpPr>
        <p:spPr/>
        <p:txBody>
          <a:bodyPr/>
          <a:lstStyle/>
          <a:p>
            <a:fld id="{0AEF9A4B-07C9-404C-9053-A3A2AC3AD5D6}" type="slidenum">
              <a:rPr lang="en-GB" smtClean="0"/>
              <a:pPr/>
              <a:t>2</a:t>
            </a:fld>
            <a:endParaRPr lang="en-GB" dirty="0"/>
          </a:p>
        </p:txBody>
      </p:sp>
      <p:sp>
        <p:nvSpPr>
          <p:cNvPr id="5" name="標題 4">
            <a:extLst>
              <a:ext uri="{FF2B5EF4-FFF2-40B4-BE49-F238E27FC236}">
                <a16:creationId xmlns:a16="http://schemas.microsoft.com/office/drawing/2014/main" id="{6AE34A31-B977-2AD0-6884-A186C7ED2DD5}"/>
              </a:ext>
            </a:extLst>
          </p:cNvPr>
          <p:cNvSpPr>
            <a:spLocks noGrp="1"/>
          </p:cNvSpPr>
          <p:nvPr>
            <p:ph type="title"/>
          </p:nvPr>
        </p:nvSpPr>
        <p:spPr/>
        <p:txBody>
          <a:bodyPr/>
          <a:lstStyle/>
          <a:p>
            <a:r>
              <a:rPr lang="en-US" altLang="zh-TW" dirty="0"/>
              <a:t>(Gyroscope</a:t>
            </a:r>
            <a:r>
              <a:rPr lang="en-US" altLang="zh-TW"/>
              <a:t>) Mumbai </a:t>
            </a:r>
            <a:r>
              <a:rPr lang="en-US" altLang="zh-TW" dirty="0"/>
              <a:t>-&gt; OK</a:t>
            </a:r>
            <a:endParaRPr lang="zh-TW" altLang="en-US" dirty="0"/>
          </a:p>
        </p:txBody>
      </p:sp>
      <p:sp>
        <p:nvSpPr>
          <p:cNvPr id="12" name="文字方塊 11">
            <a:extLst>
              <a:ext uri="{FF2B5EF4-FFF2-40B4-BE49-F238E27FC236}">
                <a16:creationId xmlns:a16="http://schemas.microsoft.com/office/drawing/2014/main" id="{C4E67945-DAE2-FE2B-C67E-E7C26F2A1ED1}"/>
              </a:ext>
            </a:extLst>
          </p:cNvPr>
          <p:cNvSpPr txBox="1"/>
          <p:nvPr/>
        </p:nvSpPr>
        <p:spPr>
          <a:xfrm>
            <a:off x="1842707" y="1349375"/>
            <a:ext cx="994537" cy="365760"/>
          </a:xfrm>
          <a:prstGeom prst="rect">
            <a:avLst/>
          </a:prstGeom>
        </p:spPr>
        <p:txBody>
          <a:bodyPr wrap="none" lIns="0" tIns="0" rIns="0" bIns="0" rtlCol="0">
            <a:noAutofit/>
          </a:bodyPr>
          <a:lstStyle/>
          <a:p>
            <a:r>
              <a:rPr lang="en-US" altLang="zh-TW" dirty="0"/>
              <a:t>5 minutes</a:t>
            </a:r>
            <a:endParaRPr lang="zh-TW" altLang="en-US" dirty="0"/>
          </a:p>
        </p:txBody>
      </p:sp>
      <p:sp>
        <p:nvSpPr>
          <p:cNvPr id="14" name="文字方塊 13">
            <a:extLst>
              <a:ext uri="{FF2B5EF4-FFF2-40B4-BE49-F238E27FC236}">
                <a16:creationId xmlns:a16="http://schemas.microsoft.com/office/drawing/2014/main" id="{FA13B511-D4F6-0BCF-022C-9DC16C81C8DD}"/>
              </a:ext>
            </a:extLst>
          </p:cNvPr>
          <p:cNvSpPr txBox="1"/>
          <p:nvPr/>
        </p:nvSpPr>
        <p:spPr>
          <a:xfrm>
            <a:off x="5638801" y="4562312"/>
            <a:ext cx="3407664" cy="613249"/>
          </a:xfrm>
          <a:prstGeom prst="rect">
            <a:avLst/>
          </a:prstGeom>
        </p:spPr>
        <p:txBody>
          <a:bodyPr wrap="none" lIns="0" tIns="0" rIns="0" bIns="0" rtlCol="0">
            <a:noAutofit/>
          </a:bodyPr>
          <a:lstStyle/>
          <a:p>
            <a:r>
              <a:rPr lang="en-US" altLang="zh-TW" sz="1600" dirty="0">
                <a:solidFill>
                  <a:srgbClr val="0070C0"/>
                </a:solidFill>
              </a:rPr>
              <a:t>Possibility: Air conditioning system</a:t>
            </a:r>
            <a:r>
              <a:rPr lang="zh-TW" altLang="en-US" sz="1600" dirty="0">
                <a:solidFill>
                  <a:srgbClr val="0070C0"/>
                </a:solidFill>
              </a:rPr>
              <a:t> </a:t>
            </a:r>
            <a:endParaRPr lang="en-US" altLang="zh-TW" sz="1600" dirty="0">
              <a:solidFill>
                <a:srgbClr val="0070C0"/>
              </a:solidFill>
            </a:endParaRPr>
          </a:p>
          <a:p>
            <a:r>
              <a:rPr lang="en-US" altLang="zh-TW" sz="1600" dirty="0">
                <a:solidFill>
                  <a:srgbClr val="0070C0"/>
                </a:solidFill>
              </a:rPr>
              <a:t>                    or engine speed change</a:t>
            </a:r>
          </a:p>
        </p:txBody>
      </p:sp>
      <p:sp>
        <p:nvSpPr>
          <p:cNvPr id="21" name="矩形 20">
            <a:extLst>
              <a:ext uri="{FF2B5EF4-FFF2-40B4-BE49-F238E27FC236}">
                <a16:creationId xmlns:a16="http://schemas.microsoft.com/office/drawing/2014/main" id="{FBB934E4-8F34-BA2F-1B55-D19BDF3ED2F5}"/>
              </a:ext>
            </a:extLst>
          </p:cNvPr>
          <p:cNvSpPr/>
          <p:nvPr/>
        </p:nvSpPr>
        <p:spPr>
          <a:xfrm>
            <a:off x="5462016" y="1762776"/>
            <a:ext cx="1219200" cy="162050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3" name="直線單箭頭接點 22">
            <a:extLst>
              <a:ext uri="{FF2B5EF4-FFF2-40B4-BE49-F238E27FC236}">
                <a16:creationId xmlns:a16="http://schemas.microsoft.com/office/drawing/2014/main" id="{1F002389-B15C-28FD-AF61-3154235BE41B}"/>
              </a:ext>
            </a:extLst>
          </p:cNvPr>
          <p:cNvCxnSpPr>
            <a:cxnSpLocks/>
            <a:stCxn id="21" idx="2"/>
          </p:cNvCxnSpPr>
          <p:nvPr/>
        </p:nvCxnSpPr>
        <p:spPr>
          <a:xfrm flipH="1">
            <a:off x="5638801" y="3383280"/>
            <a:ext cx="432815" cy="1179032"/>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pic>
        <p:nvPicPr>
          <p:cNvPr id="29" name="內容版面配置區 28" descr="一張含有 文字, 螢幕擷取畫面, 繪圖, 行 的圖片&#10;&#10;自動產生的描述">
            <a:extLst>
              <a:ext uri="{FF2B5EF4-FFF2-40B4-BE49-F238E27FC236}">
                <a16:creationId xmlns:a16="http://schemas.microsoft.com/office/drawing/2014/main" id="{37668C36-B608-87D3-40EF-7A764B7A1CBC}"/>
              </a:ext>
            </a:extLst>
          </p:cNvPr>
          <p:cNvPicPr>
            <a:picLocks noGrp="1" noChangeAspect="1"/>
          </p:cNvPicPr>
          <p:nvPr>
            <p:ph sz="quarter" idx="10"/>
          </p:nvPr>
        </p:nvPicPr>
        <p:blipFill>
          <a:blip r:embed="rId3"/>
          <a:stretch>
            <a:fillRect/>
          </a:stretch>
        </p:blipFill>
        <p:spPr>
          <a:xfrm>
            <a:off x="323850" y="1349375"/>
            <a:ext cx="4032250" cy="3024187"/>
          </a:xfrm>
        </p:spPr>
      </p:pic>
      <p:sp>
        <p:nvSpPr>
          <p:cNvPr id="34" name="文字方塊 33">
            <a:extLst>
              <a:ext uri="{FF2B5EF4-FFF2-40B4-BE49-F238E27FC236}">
                <a16:creationId xmlns:a16="http://schemas.microsoft.com/office/drawing/2014/main" id="{C79258AD-9474-FF3A-DDA2-FE5DA370685C}"/>
              </a:ext>
            </a:extLst>
          </p:cNvPr>
          <p:cNvSpPr txBox="1"/>
          <p:nvPr/>
        </p:nvSpPr>
        <p:spPr>
          <a:xfrm>
            <a:off x="1998154" y="1194681"/>
            <a:ext cx="683641" cy="309388"/>
          </a:xfrm>
          <a:prstGeom prst="rect">
            <a:avLst/>
          </a:prstGeom>
        </p:spPr>
        <p:txBody>
          <a:bodyPr wrap="none" lIns="0" tIns="0" rIns="0" bIns="0" rtlCol="0">
            <a:noAutofit/>
          </a:bodyPr>
          <a:lstStyle/>
          <a:p>
            <a:r>
              <a:rPr lang="en-US" altLang="zh-TW" dirty="0"/>
              <a:t>5 mins</a:t>
            </a:r>
            <a:endParaRPr lang="zh-TW" altLang="en-US" dirty="0"/>
          </a:p>
        </p:txBody>
      </p:sp>
      <p:sp>
        <p:nvSpPr>
          <p:cNvPr id="35" name="文字方塊 34">
            <a:extLst>
              <a:ext uri="{FF2B5EF4-FFF2-40B4-BE49-F238E27FC236}">
                <a16:creationId xmlns:a16="http://schemas.microsoft.com/office/drawing/2014/main" id="{F801D95C-CB54-131C-85C7-5961A79975EE}"/>
              </a:ext>
            </a:extLst>
          </p:cNvPr>
          <p:cNvSpPr txBox="1"/>
          <p:nvPr/>
        </p:nvSpPr>
        <p:spPr>
          <a:xfrm>
            <a:off x="6229667" y="1192875"/>
            <a:ext cx="806451" cy="309388"/>
          </a:xfrm>
          <a:prstGeom prst="rect">
            <a:avLst/>
          </a:prstGeom>
        </p:spPr>
        <p:txBody>
          <a:bodyPr wrap="none" lIns="0" tIns="0" rIns="0" bIns="0" rtlCol="0">
            <a:noAutofit/>
          </a:bodyPr>
          <a:lstStyle/>
          <a:p>
            <a:r>
              <a:rPr lang="en-US" altLang="zh-TW" dirty="0"/>
              <a:t>30 mins</a:t>
            </a:r>
            <a:endParaRPr lang="zh-TW" altLang="en-US" dirty="0"/>
          </a:p>
        </p:txBody>
      </p:sp>
    </p:spTree>
    <p:extLst>
      <p:ext uri="{BB962C8B-B14F-4D97-AF65-F5344CB8AC3E}">
        <p14:creationId xmlns:p14="http://schemas.microsoft.com/office/powerpoint/2010/main" val="4168182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C94A4A85-4B1C-9F0A-C95F-87A1CCF80A26}"/>
              </a:ext>
            </a:extLst>
          </p:cNvPr>
          <p:cNvSpPr>
            <a:spLocks noGrp="1"/>
          </p:cNvSpPr>
          <p:nvPr>
            <p:ph type="sldNum" sz="quarter" idx="4"/>
          </p:nvPr>
        </p:nvSpPr>
        <p:spPr/>
        <p:txBody>
          <a:bodyPr/>
          <a:lstStyle/>
          <a:p>
            <a:fld id="{0AEF9A4B-07C9-404C-9053-A3A2AC3AD5D6}" type="slidenum">
              <a:rPr lang="en-GB" smtClean="0"/>
              <a:pPr/>
              <a:t>3</a:t>
            </a:fld>
            <a:endParaRPr lang="en-GB" dirty="0"/>
          </a:p>
        </p:txBody>
      </p:sp>
      <p:sp>
        <p:nvSpPr>
          <p:cNvPr id="5" name="標題 4">
            <a:extLst>
              <a:ext uri="{FF2B5EF4-FFF2-40B4-BE49-F238E27FC236}">
                <a16:creationId xmlns:a16="http://schemas.microsoft.com/office/drawing/2014/main" id="{5654C5FA-E89E-A37B-3323-F92AC49BF87D}"/>
              </a:ext>
            </a:extLst>
          </p:cNvPr>
          <p:cNvSpPr>
            <a:spLocks noGrp="1"/>
          </p:cNvSpPr>
          <p:nvPr>
            <p:ph type="title"/>
          </p:nvPr>
        </p:nvSpPr>
        <p:spPr/>
        <p:txBody>
          <a:bodyPr/>
          <a:lstStyle/>
          <a:p>
            <a:r>
              <a:rPr lang="en-US" altLang="zh-TW" dirty="0"/>
              <a:t>(Gyroscope) Bangalore -&gt; OK</a:t>
            </a:r>
            <a:endParaRPr lang="zh-TW" altLang="en-US" dirty="0"/>
          </a:p>
        </p:txBody>
      </p:sp>
      <p:pic>
        <p:nvPicPr>
          <p:cNvPr id="13" name="內容版面配置區 12" descr="一張含有 文字, 螢幕擷取畫面, 繪圖, 圖表 的圖片&#10;&#10;自動產生的描述">
            <a:extLst>
              <a:ext uri="{FF2B5EF4-FFF2-40B4-BE49-F238E27FC236}">
                <a16:creationId xmlns:a16="http://schemas.microsoft.com/office/drawing/2014/main" id="{35682E14-BC55-D10C-AD75-6239E5BD226F}"/>
              </a:ext>
            </a:extLst>
          </p:cNvPr>
          <p:cNvPicPr>
            <a:picLocks noGrp="1" noChangeAspect="1"/>
          </p:cNvPicPr>
          <p:nvPr>
            <p:ph sz="quarter" idx="11"/>
          </p:nvPr>
        </p:nvPicPr>
        <p:blipFill>
          <a:blip r:embed="rId2"/>
          <a:stretch>
            <a:fillRect/>
          </a:stretch>
        </p:blipFill>
        <p:spPr>
          <a:xfrm>
            <a:off x="4500563" y="1342628"/>
            <a:ext cx="4041775" cy="3031331"/>
          </a:xfrm>
        </p:spPr>
      </p:pic>
      <p:pic>
        <p:nvPicPr>
          <p:cNvPr id="17" name="內容版面配置區 16" descr="一張含有 文字, 螢幕擷取畫面, 繪圖, 行 的圖片&#10;&#10;自動產生的描述">
            <a:extLst>
              <a:ext uri="{FF2B5EF4-FFF2-40B4-BE49-F238E27FC236}">
                <a16:creationId xmlns:a16="http://schemas.microsoft.com/office/drawing/2014/main" id="{5D5407E4-4F56-499C-79DF-5F32ACFDA263}"/>
              </a:ext>
            </a:extLst>
          </p:cNvPr>
          <p:cNvPicPr>
            <a:picLocks noGrp="1" noChangeAspect="1"/>
          </p:cNvPicPr>
          <p:nvPr>
            <p:ph sz="quarter" idx="10"/>
          </p:nvPr>
        </p:nvPicPr>
        <p:blipFill>
          <a:blip r:embed="rId3"/>
          <a:stretch>
            <a:fillRect/>
          </a:stretch>
        </p:blipFill>
        <p:spPr>
          <a:xfrm>
            <a:off x="323850" y="1349375"/>
            <a:ext cx="4032250" cy="3024187"/>
          </a:xfrm>
        </p:spPr>
      </p:pic>
      <p:sp>
        <p:nvSpPr>
          <p:cNvPr id="18" name="文字方塊 17">
            <a:extLst>
              <a:ext uri="{FF2B5EF4-FFF2-40B4-BE49-F238E27FC236}">
                <a16:creationId xmlns:a16="http://schemas.microsoft.com/office/drawing/2014/main" id="{C35A1F3F-8004-BB2D-F410-2E02319DE944}"/>
              </a:ext>
            </a:extLst>
          </p:cNvPr>
          <p:cNvSpPr txBox="1"/>
          <p:nvPr/>
        </p:nvSpPr>
        <p:spPr>
          <a:xfrm>
            <a:off x="1998154" y="1194681"/>
            <a:ext cx="683641" cy="309388"/>
          </a:xfrm>
          <a:prstGeom prst="rect">
            <a:avLst/>
          </a:prstGeom>
        </p:spPr>
        <p:txBody>
          <a:bodyPr wrap="none" lIns="0" tIns="0" rIns="0" bIns="0" rtlCol="0">
            <a:noAutofit/>
          </a:bodyPr>
          <a:lstStyle/>
          <a:p>
            <a:r>
              <a:rPr lang="en-US" altLang="zh-TW" dirty="0"/>
              <a:t>5 mins</a:t>
            </a:r>
            <a:endParaRPr lang="zh-TW" altLang="en-US" dirty="0"/>
          </a:p>
        </p:txBody>
      </p:sp>
      <p:sp>
        <p:nvSpPr>
          <p:cNvPr id="19" name="文字方塊 18">
            <a:extLst>
              <a:ext uri="{FF2B5EF4-FFF2-40B4-BE49-F238E27FC236}">
                <a16:creationId xmlns:a16="http://schemas.microsoft.com/office/drawing/2014/main" id="{13BB204E-C3FE-173E-1D1D-7EE0B56E1740}"/>
              </a:ext>
            </a:extLst>
          </p:cNvPr>
          <p:cNvSpPr txBox="1"/>
          <p:nvPr/>
        </p:nvSpPr>
        <p:spPr>
          <a:xfrm>
            <a:off x="6229667" y="1192875"/>
            <a:ext cx="806451" cy="309388"/>
          </a:xfrm>
          <a:prstGeom prst="rect">
            <a:avLst/>
          </a:prstGeom>
        </p:spPr>
        <p:txBody>
          <a:bodyPr wrap="none" lIns="0" tIns="0" rIns="0" bIns="0" rtlCol="0">
            <a:noAutofit/>
          </a:bodyPr>
          <a:lstStyle/>
          <a:p>
            <a:r>
              <a:rPr lang="en-US" altLang="zh-TW" dirty="0"/>
              <a:t>30 mins</a:t>
            </a:r>
            <a:endParaRPr lang="zh-TW" altLang="en-US" dirty="0"/>
          </a:p>
        </p:txBody>
      </p:sp>
    </p:spTree>
    <p:extLst>
      <p:ext uri="{BB962C8B-B14F-4D97-AF65-F5344CB8AC3E}">
        <p14:creationId xmlns:p14="http://schemas.microsoft.com/office/powerpoint/2010/main" val="2449576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90307535-7A46-0375-5736-0A847185F34A}"/>
              </a:ext>
            </a:extLst>
          </p:cNvPr>
          <p:cNvSpPr>
            <a:spLocks noGrp="1"/>
          </p:cNvSpPr>
          <p:nvPr>
            <p:ph type="sldNum" sz="quarter" idx="4"/>
          </p:nvPr>
        </p:nvSpPr>
        <p:spPr/>
        <p:txBody>
          <a:bodyPr/>
          <a:lstStyle/>
          <a:p>
            <a:fld id="{0AEF9A4B-07C9-404C-9053-A3A2AC3AD5D6}" type="slidenum">
              <a:rPr lang="en-GB" smtClean="0"/>
              <a:pPr/>
              <a:t>4</a:t>
            </a:fld>
            <a:endParaRPr lang="en-GB" dirty="0"/>
          </a:p>
        </p:txBody>
      </p:sp>
      <p:pic>
        <p:nvPicPr>
          <p:cNvPr id="11" name="內容版面配置區 10" descr="一張含有 文字, 螢幕擷取畫面, 陳列, 軟體 的圖片&#10;&#10;自動產生的描述">
            <a:extLst>
              <a:ext uri="{FF2B5EF4-FFF2-40B4-BE49-F238E27FC236}">
                <a16:creationId xmlns:a16="http://schemas.microsoft.com/office/drawing/2014/main" id="{3C9133BF-CDCC-2485-D4CF-409DEE58E21D}"/>
              </a:ext>
            </a:extLst>
          </p:cNvPr>
          <p:cNvPicPr>
            <a:picLocks noGrp="1" noChangeAspect="1"/>
          </p:cNvPicPr>
          <p:nvPr>
            <p:ph sz="quarter" idx="10"/>
          </p:nvPr>
        </p:nvPicPr>
        <p:blipFill>
          <a:blip r:embed="rId2"/>
          <a:stretch>
            <a:fillRect/>
          </a:stretch>
        </p:blipFill>
        <p:spPr>
          <a:xfrm>
            <a:off x="323850" y="1349375"/>
            <a:ext cx="4032250" cy="3024187"/>
          </a:xfrm>
        </p:spPr>
      </p:pic>
      <p:pic>
        <p:nvPicPr>
          <p:cNvPr id="9" name="內容版面配置區 8" descr="一張含有 文字, 螢幕擷取畫面, 圖表, 行 的圖片&#10;&#10;自動產生的描述">
            <a:extLst>
              <a:ext uri="{FF2B5EF4-FFF2-40B4-BE49-F238E27FC236}">
                <a16:creationId xmlns:a16="http://schemas.microsoft.com/office/drawing/2014/main" id="{E8653640-51AB-71B5-70F6-98BB09D6BD5D}"/>
              </a:ext>
            </a:extLst>
          </p:cNvPr>
          <p:cNvPicPr>
            <a:picLocks noGrp="1" noChangeAspect="1"/>
          </p:cNvPicPr>
          <p:nvPr>
            <p:ph sz="quarter" idx="11"/>
          </p:nvPr>
        </p:nvPicPr>
        <p:blipFill>
          <a:blip r:embed="rId3"/>
          <a:stretch>
            <a:fillRect/>
          </a:stretch>
        </p:blipFill>
        <p:spPr>
          <a:xfrm>
            <a:off x="4500563" y="1342628"/>
            <a:ext cx="4041775" cy="3031331"/>
          </a:xfrm>
        </p:spPr>
      </p:pic>
      <p:sp>
        <p:nvSpPr>
          <p:cNvPr id="5" name="標題 4">
            <a:extLst>
              <a:ext uri="{FF2B5EF4-FFF2-40B4-BE49-F238E27FC236}">
                <a16:creationId xmlns:a16="http://schemas.microsoft.com/office/drawing/2014/main" id="{DABC8C12-491A-FB57-470D-3E047FED71C3}"/>
              </a:ext>
            </a:extLst>
          </p:cNvPr>
          <p:cNvSpPr>
            <a:spLocks noGrp="1"/>
          </p:cNvSpPr>
          <p:nvPr>
            <p:ph type="title"/>
          </p:nvPr>
        </p:nvSpPr>
        <p:spPr/>
        <p:txBody>
          <a:bodyPr/>
          <a:lstStyle/>
          <a:p>
            <a:r>
              <a:rPr lang="en-US" altLang="zh-TW" dirty="0"/>
              <a:t>(Accelerometer) Mumbai -&gt; OK</a:t>
            </a:r>
            <a:endParaRPr lang="zh-TW" altLang="en-US" dirty="0"/>
          </a:p>
        </p:txBody>
      </p:sp>
    </p:spTree>
    <p:extLst>
      <p:ext uri="{BB962C8B-B14F-4D97-AF65-F5344CB8AC3E}">
        <p14:creationId xmlns:p14="http://schemas.microsoft.com/office/powerpoint/2010/main" val="510645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07D6C3A6-1D66-417D-8ADF-E08F291F69AA}"/>
              </a:ext>
            </a:extLst>
          </p:cNvPr>
          <p:cNvSpPr>
            <a:spLocks noGrp="1"/>
          </p:cNvSpPr>
          <p:nvPr>
            <p:ph type="sldNum" sz="quarter" idx="4"/>
          </p:nvPr>
        </p:nvSpPr>
        <p:spPr/>
        <p:txBody>
          <a:bodyPr/>
          <a:lstStyle/>
          <a:p>
            <a:fld id="{0AEF9A4B-07C9-404C-9053-A3A2AC3AD5D6}" type="slidenum">
              <a:rPr lang="en-GB" smtClean="0"/>
              <a:pPr/>
              <a:t>5</a:t>
            </a:fld>
            <a:endParaRPr lang="en-GB" dirty="0"/>
          </a:p>
        </p:txBody>
      </p:sp>
      <p:pic>
        <p:nvPicPr>
          <p:cNvPr id="11" name="內容版面配置區 10" descr="一張含有 文字, 螢幕擷取畫面, 軟體, 陳列 的圖片&#10;&#10;自動產生的描述">
            <a:extLst>
              <a:ext uri="{FF2B5EF4-FFF2-40B4-BE49-F238E27FC236}">
                <a16:creationId xmlns:a16="http://schemas.microsoft.com/office/drawing/2014/main" id="{7FC1BEAD-325E-902C-C8E1-D58EA18331AE}"/>
              </a:ext>
            </a:extLst>
          </p:cNvPr>
          <p:cNvPicPr>
            <a:picLocks noGrp="1" noChangeAspect="1"/>
          </p:cNvPicPr>
          <p:nvPr>
            <p:ph sz="quarter" idx="10"/>
          </p:nvPr>
        </p:nvPicPr>
        <p:blipFill>
          <a:blip r:embed="rId2"/>
          <a:stretch>
            <a:fillRect/>
          </a:stretch>
        </p:blipFill>
        <p:spPr>
          <a:xfrm>
            <a:off x="323850" y="1349375"/>
            <a:ext cx="4032250" cy="3024187"/>
          </a:xfrm>
        </p:spPr>
      </p:pic>
      <p:pic>
        <p:nvPicPr>
          <p:cNvPr id="9" name="內容版面配置區 8" descr="一張含有 文字, 螢幕擷取畫面, 圖表, 行 的圖片&#10;&#10;自動產生的描述">
            <a:extLst>
              <a:ext uri="{FF2B5EF4-FFF2-40B4-BE49-F238E27FC236}">
                <a16:creationId xmlns:a16="http://schemas.microsoft.com/office/drawing/2014/main" id="{64662E9D-A73A-8277-DE9C-917FBA23013C}"/>
              </a:ext>
            </a:extLst>
          </p:cNvPr>
          <p:cNvPicPr>
            <a:picLocks noGrp="1" noChangeAspect="1"/>
          </p:cNvPicPr>
          <p:nvPr>
            <p:ph sz="quarter" idx="11"/>
          </p:nvPr>
        </p:nvPicPr>
        <p:blipFill>
          <a:blip r:embed="rId3"/>
          <a:stretch>
            <a:fillRect/>
          </a:stretch>
        </p:blipFill>
        <p:spPr>
          <a:xfrm>
            <a:off x="4500563" y="1342628"/>
            <a:ext cx="4041775" cy="3031331"/>
          </a:xfrm>
        </p:spPr>
      </p:pic>
      <p:sp>
        <p:nvSpPr>
          <p:cNvPr id="5" name="標題 4">
            <a:extLst>
              <a:ext uri="{FF2B5EF4-FFF2-40B4-BE49-F238E27FC236}">
                <a16:creationId xmlns:a16="http://schemas.microsoft.com/office/drawing/2014/main" id="{8D0EEC0C-A318-C82E-F0E0-565A3CC8FC51}"/>
              </a:ext>
            </a:extLst>
          </p:cNvPr>
          <p:cNvSpPr>
            <a:spLocks noGrp="1"/>
          </p:cNvSpPr>
          <p:nvPr>
            <p:ph type="title"/>
          </p:nvPr>
        </p:nvSpPr>
        <p:spPr/>
        <p:txBody>
          <a:bodyPr/>
          <a:lstStyle/>
          <a:p>
            <a:r>
              <a:rPr lang="en-US" altLang="zh-TW" dirty="0"/>
              <a:t>(Accelerometer) Bangalore -&gt; OK</a:t>
            </a:r>
            <a:endParaRPr lang="zh-TW" altLang="en-US" dirty="0"/>
          </a:p>
        </p:txBody>
      </p:sp>
    </p:spTree>
    <p:extLst>
      <p:ext uri="{BB962C8B-B14F-4D97-AF65-F5344CB8AC3E}">
        <p14:creationId xmlns:p14="http://schemas.microsoft.com/office/powerpoint/2010/main" val="2109724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2E9F5DBF-4A95-2A34-5209-A014F807D00A}"/>
              </a:ext>
            </a:extLst>
          </p:cNvPr>
          <p:cNvSpPr>
            <a:spLocks noGrp="1"/>
          </p:cNvSpPr>
          <p:nvPr>
            <p:ph type="sldNum" sz="quarter" idx="4"/>
          </p:nvPr>
        </p:nvSpPr>
        <p:spPr/>
        <p:txBody>
          <a:bodyPr/>
          <a:lstStyle/>
          <a:p>
            <a:fld id="{0AEF9A4B-07C9-404C-9053-A3A2AC3AD5D6}" type="slidenum">
              <a:rPr lang="en-GB" smtClean="0"/>
              <a:pPr/>
              <a:t>6</a:t>
            </a:fld>
            <a:endParaRPr lang="en-GB" dirty="0"/>
          </a:p>
        </p:txBody>
      </p:sp>
      <p:pic>
        <p:nvPicPr>
          <p:cNvPr id="11" name="內容版面配置區 10" descr="一張含有 文字, 螢幕擷取畫面, 繪圖, 圖表 的圖片&#10;&#10;自動產生的描述">
            <a:extLst>
              <a:ext uri="{FF2B5EF4-FFF2-40B4-BE49-F238E27FC236}">
                <a16:creationId xmlns:a16="http://schemas.microsoft.com/office/drawing/2014/main" id="{3772026C-215A-E28D-A8D4-5A8A72FCE08E}"/>
              </a:ext>
            </a:extLst>
          </p:cNvPr>
          <p:cNvPicPr>
            <a:picLocks noGrp="1" noChangeAspect="1"/>
          </p:cNvPicPr>
          <p:nvPr>
            <p:ph sz="quarter" idx="10"/>
          </p:nvPr>
        </p:nvPicPr>
        <p:blipFill>
          <a:blip r:embed="rId2"/>
          <a:stretch>
            <a:fillRect/>
          </a:stretch>
        </p:blipFill>
        <p:spPr>
          <a:xfrm>
            <a:off x="323850" y="1349375"/>
            <a:ext cx="4032250" cy="3024187"/>
          </a:xfrm>
        </p:spPr>
      </p:pic>
      <p:sp>
        <p:nvSpPr>
          <p:cNvPr id="5" name="標題 4">
            <a:extLst>
              <a:ext uri="{FF2B5EF4-FFF2-40B4-BE49-F238E27FC236}">
                <a16:creationId xmlns:a16="http://schemas.microsoft.com/office/drawing/2014/main" id="{F98FEDFF-B5AE-B9B4-8D05-9F4D0B47172C}"/>
              </a:ext>
            </a:extLst>
          </p:cNvPr>
          <p:cNvSpPr>
            <a:spLocks noGrp="1"/>
          </p:cNvSpPr>
          <p:nvPr>
            <p:ph type="title"/>
          </p:nvPr>
        </p:nvSpPr>
        <p:spPr/>
        <p:txBody>
          <a:bodyPr/>
          <a:lstStyle/>
          <a:p>
            <a:r>
              <a:rPr lang="en-US" altLang="zh-TW" dirty="0"/>
              <a:t>(Accelerometer, remove Gravity</a:t>
            </a:r>
            <a:r>
              <a:rPr lang="en-US" altLang="zh-TW"/>
              <a:t>) Mumbai </a:t>
            </a:r>
            <a:r>
              <a:rPr lang="en-US" altLang="zh-TW" dirty="0"/>
              <a:t>-&gt; OK</a:t>
            </a:r>
            <a:endParaRPr lang="zh-TW" altLang="en-US" dirty="0"/>
          </a:p>
        </p:txBody>
      </p:sp>
      <p:pic>
        <p:nvPicPr>
          <p:cNvPr id="15" name="內容版面配置區 14" descr="一張含有 文字, 圖表, 螢幕擷取畫面, 繪圖 的圖片&#10;&#10;自動產生的描述">
            <a:extLst>
              <a:ext uri="{FF2B5EF4-FFF2-40B4-BE49-F238E27FC236}">
                <a16:creationId xmlns:a16="http://schemas.microsoft.com/office/drawing/2014/main" id="{F4AEB48F-E3C4-A647-CCDB-F617ABFAE379}"/>
              </a:ext>
            </a:extLst>
          </p:cNvPr>
          <p:cNvPicPr>
            <a:picLocks noGrp="1" noChangeAspect="1"/>
          </p:cNvPicPr>
          <p:nvPr>
            <p:ph sz="quarter" idx="11"/>
          </p:nvPr>
        </p:nvPicPr>
        <p:blipFill>
          <a:blip r:embed="rId3"/>
          <a:stretch>
            <a:fillRect/>
          </a:stretch>
        </p:blipFill>
        <p:spPr>
          <a:xfrm>
            <a:off x="4500563" y="1342628"/>
            <a:ext cx="4041775" cy="3031331"/>
          </a:xfrm>
        </p:spPr>
      </p:pic>
      <p:sp>
        <p:nvSpPr>
          <p:cNvPr id="16" name="文字方塊 15">
            <a:extLst>
              <a:ext uri="{FF2B5EF4-FFF2-40B4-BE49-F238E27FC236}">
                <a16:creationId xmlns:a16="http://schemas.microsoft.com/office/drawing/2014/main" id="{405DB7EC-90F1-362C-DE4A-56089E859EAD}"/>
              </a:ext>
            </a:extLst>
          </p:cNvPr>
          <p:cNvSpPr txBox="1"/>
          <p:nvPr/>
        </p:nvSpPr>
        <p:spPr>
          <a:xfrm>
            <a:off x="6229667" y="1192875"/>
            <a:ext cx="806451" cy="309388"/>
          </a:xfrm>
          <a:prstGeom prst="rect">
            <a:avLst/>
          </a:prstGeom>
        </p:spPr>
        <p:txBody>
          <a:bodyPr wrap="none" lIns="0" tIns="0" rIns="0" bIns="0" rtlCol="0">
            <a:noAutofit/>
          </a:bodyPr>
          <a:lstStyle/>
          <a:p>
            <a:r>
              <a:rPr lang="en-US" altLang="zh-TW" dirty="0"/>
              <a:t>30 mins</a:t>
            </a:r>
            <a:endParaRPr lang="zh-TW" altLang="en-US" dirty="0"/>
          </a:p>
        </p:txBody>
      </p:sp>
      <p:sp>
        <p:nvSpPr>
          <p:cNvPr id="17" name="文字方塊 16">
            <a:extLst>
              <a:ext uri="{FF2B5EF4-FFF2-40B4-BE49-F238E27FC236}">
                <a16:creationId xmlns:a16="http://schemas.microsoft.com/office/drawing/2014/main" id="{E46284C4-4566-051E-E33A-2BBF97439B95}"/>
              </a:ext>
            </a:extLst>
          </p:cNvPr>
          <p:cNvSpPr txBox="1"/>
          <p:nvPr/>
        </p:nvSpPr>
        <p:spPr>
          <a:xfrm>
            <a:off x="1998154" y="1194681"/>
            <a:ext cx="683641" cy="309388"/>
          </a:xfrm>
          <a:prstGeom prst="rect">
            <a:avLst/>
          </a:prstGeom>
        </p:spPr>
        <p:txBody>
          <a:bodyPr wrap="none" lIns="0" tIns="0" rIns="0" bIns="0" rtlCol="0">
            <a:noAutofit/>
          </a:bodyPr>
          <a:lstStyle/>
          <a:p>
            <a:r>
              <a:rPr lang="en-US" altLang="zh-TW" dirty="0"/>
              <a:t>5 mins</a:t>
            </a:r>
            <a:endParaRPr lang="zh-TW" altLang="en-US" dirty="0"/>
          </a:p>
        </p:txBody>
      </p:sp>
      <p:sp>
        <p:nvSpPr>
          <p:cNvPr id="18" name="文字方塊 17">
            <a:extLst>
              <a:ext uri="{FF2B5EF4-FFF2-40B4-BE49-F238E27FC236}">
                <a16:creationId xmlns:a16="http://schemas.microsoft.com/office/drawing/2014/main" id="{9AF73EE1-EDE9-9779-A520-64E5A30A474B}"/>
              </a:ext>
            </a:extLst>
          </p:cNvPr>
          <p:cNvSpPr txBox="1"/>
          <p:nvPr/>
        </p:nvSpPr>
        <p:spPr>
          <a:xfrm>
            <a:off x="5638801" y="4562312"/>
            <a:ext cx="3407664" cy="613249"/>
          </a:xfrm>
          <a:prstGeom prst="rect">
            <a:avLst/>
          </a:prstGeom>
        </p:spPr>
        <p:txBody>
          <a:bodyPr wrap="none" lIns="0" tIns="0" rIns="0" bIns="0" rtlCol="0">
            <a:noAutofit/>
          </a:bodyPr>
          <a:lstStyle/>
          <a:p>
            <a:r>
              <a:rPr lang="en-US" altLang="zh-TW" sz="1600" dirty="0">
                <a:solidFill>
                  <a:srgbClr val="0070C0"/>
                </a:solidFill>
              </a:rPr>
              <a:t>Possibility: Air conditioning system</a:t>
            </a:r>
            <a:r>
              <a:rPr lang="zh-TW" altLang="en-US" sz="1600" dirty="0">
                <a:solidFill>
                  <a:srgbClr val="0070C0"/>
                </a:solidFill>
              </a:rPr>
              <a:t> </a:t>
            </a:r>
            <a:endParaRPr lang="en-US" altLang="zh-TW" sz="1600" dirty="0">
              <a:solidFill>
                <a:srgbClr val="0070C0"/>
              </a:solidFill>
            </a:endParaRPr>
          </a:p>
          <a:p>
            <a:r>
              <a:rPr lang="en-US" altLang="zh-TW" sz="1600" dirty="0">
                <a:solidFill>
                  <a:srgbClr val="0070C0"/>
                </a:solidFill>
              </a:rPr>
              <a:t>                    or engine speed change</a:t>
            </a:r>
          </a:p>
        </p:txBody>
      </p:sp>
      <p:sp>
        <p:nvSpPr>
          <p:cNvPr id="19" name="矩形 18">
            <a:extLst>
              <a:ext uri="{FF2B5EF4-FFF2-40B4-BE49-F238E27FC236}">
                <a16:creationId xmlns:a16="http://schemas.microsoft.com/office/drawing/2014/main" id="{2941C32B-105A-BD74-395A-D4C4A5E61E0A}"/>
              </a:ext>
            </a:extLst>
          </p:cNvPr>
          <p:cNvSpPr/>
          <p:nvPr/>
        </p:nvSpPr>
        <p:spPr>
          <a:xfrm>
            <a:off x="5462016" y="1762776"/>
            <a:ext cx="1219200" cy="18784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0" name="直線單箭頭接點 19">
            <a:extLst>
              <a:ext uri="{FF2B5EF4-FFF2-40B4-BE49-F238E27FC236}">
                <a16:creationId xmlns:a16="http://schemas.microsoft.com/office/drawing/2014/main" id="{4250AB88-A199-9DF8-9349-E31023D7A9A8}"/>
              </a:ext>
            </a:extLst>
          </p:cNvPr>
          <p:cNvCxnSpPr>
            <a:cxnSpLocks/>
            <a:stCxn id="19" idx="2"/>
          </p:cNvCxnSpPr>
          <p:nvPr/>
        </p:nvCxnSpPr>
        <p:spPr>
          <a:xfrm flipH="1">
            <a:off x="5638801" y="3641238"/>
            <a:ext cx="432815" cy="921074"/>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1183286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F3473D2-5518-15CF-C805-2576290E6F13}"/>
              </a:ext>
            </a:extLst>
          </p:cNvPr>
          <p:cNvSpPr>
            <a:spLocks noGrp="1"/>
          </p:cNvSpPr>
          <p:nvPr>
            <p:ph type="sldNum" sz="quarter" idx="4"/>
          </p:nvPr>
        </p:nvSpPr>
        <p:spPr/>
        <p:txBody>
          <a:bodyPr/>
          <a:lstStyle/>
          <a:p>
            <a:fld id="{0AEF9A4B-07C9-404C-9053-A3A2AC3AD5D6}" type="slidenum">
              <a:rPr lang="en-GB" smtClean="0"/>
              <a:pPr/>
              <a:t>7</a:t>
            </a:fld>
            <a:endParaRPr lang="en-GB" dirty="0"/>
          </a:p>
        </p:txBody>
      </p:sp>
      <p:pic>
        <p:nvPicPr>
          <p:cNvPr id="7" name="內容版面配置區 6" descr="一張含有 文字, 螢幕擷取畫面, 繪圖, 圖表 的圖片&#10;&#10;自動產生的描述">
            <a:extLst>
              <a:ext uri="{FF2B5EF4-FFF2-40B4-BE49-F238E27FC236}">
                <a16:creationId xmlns:a16="http://schemas.microsoft.com/office/drawing/2014/main" id="{E95C186B-6A3D-5FE6-21CC-1D615FB1467C}"/>
              </a:ext>
            </a:extLst>
          </p:cNvPr>
          <p:cNvPicPr>
            <a:picLocks noGrp="1" noChangeAspect="1"/>
          </p:cNvPicPr>
          <p:nvPr>
            <p:ph sz="quarter" idx="10"/>
          </p:nvPr>
        </p:nvPicPr>
        <p:blipFill>
          <a:blip r:embed="rId2"/>
          <a:stretch>
            <a:fillRect/>
          </a:stretch>
        </p:blipFill>
        <p:spPr>
          <a:xfrm>
            <a:off x="323850" y="1349375"/>
            <a:ext cx="4032250" cy="3024187"/>
          </a:xfrm>
        </p:spPr>
      </p:pic>
      <p:pic>
        <p:nvPicPr>
          <p:cNvPr id="9" name="內容版面配置區 8" descr="一張含有 文字, 圖表, 螢幕擷取畫面, 繪圖 的圖片&#10;&#10;自動產生的描述">
            <a:extLst>
              <a:ext uri="{FF2B5EF4-FFF2-40B4-BE49-F238E27FC236}">
                <a16:creationId xmlns:a16="http://schemas.microsoft.com/office/drawing/2014/main" id="{A078977E-FD34-4B22-A7FB-5656570722B2}"/>
              </a:ext>
            </a:extLst>
          </p:cNvPr>
          <p:cNvPicPr>
            <a:picLocks noGrp="1" noChangeAspect="1"/>
          </p:cNvPicPr>
          <p:nvPr>
            <p:ph sz="quarter" idx="11"/>
          </p:nvPr>
        </p:nvPicPr>
        <p:blipFill>
          <a:blip r:embed="rId3"/>
          <a:stretch>
            <a:fillRect/>
          </a:stretch>
        </p:blipFill>
        <p:spPr>
          <a:xfrm>
            <a:off x="4500563" y="1342628"/>
            <a:ext cx="4041775" cy="3031331"/>
          </a:xfrm>
        </p:spPr>
      </p:pic>
      <p:sp>
        <p:nvSpPr>
          <p:cNvPr id="5" name="標題 4">
            <a:extLst>
              <a:ext uri="{FF2B5EF4-FFF2-40B4-BE49-F238E27FC236}">
                <a16:creationId xmlns:a16="http://schemas.microsoft.com/office/drawing/2014/main" id="{CF52E87A-69BE-9CBC-2F90-8840196D46C0}"/>
              </a:ext>
            </a:extLst>
          </p:cNvPr>
          <p:cNvSpPr>
            <a:spLocks noGrp="1"/>
          </p:cNvSpPr>
          <p:nvPr>
            <p:ph type="title"/>
          </p:nvPr>
        </p:nvSpPr>
        <p:spPr/>
        <p:txBody>
          <a:bodyPr/>
          <a:lstStyle/>
          <a:p>
            <a:r>
              <a:rPr lang="en-US" altLang="zh-TW" dirty="0"/>
              <a:t>(Accelerometer, remove Gravity) Bangalore -&gt; OK</a:t>
            </a:r>
            <a:endParaRPr lang="zh-TW" altLang="en-US" dirty="0"/>
          </a:p>
        </p:txBody>
      </p:sp>
      <p:sp>
        <p:nvSpPr>
          <p:cNvPr id="11" name="文字方塊 10">
            <a:extLst>
              <a:ext uri="{FF2B5EF4-FFF2-40B4-BE49-F238E27FC236}">
                <a16:creationId xmlns:a16="http://schemas.microsoft.com/office/drawing/2014/main" id="{AA9F4824-A835-92A3-AFB6-D113700520BC}"/>
              </a:ext>
            </a:extLst>
          </p:cNvPr>
          <p:cNvSpPr txBox="1"/>
          <p:nvPr/>
        </p:nvSpPr>
        <p:spPr>
          <a:xfrm>
            <a:off x="1998154" y="1194681"/>
            <a:ext cx="683641" cy="309388"/>
          </a:xfrm>
          <a:prstGeom prst="rect">
            <a:avLst/>
          </a:prstGeom>
        </p:spPr>
        <p:txBody>
          <a:bodyPr wrap="none" lIns="0" tIns="0" rIns="0" bIns="0" rtlCol="0">
            <a:noAutofit/>
          </a:bodyPr>
          <a:lstStyle/>
          <a:p>
            <a:r>
              <a:rPr lang="en-US" altLang="zh-TW" dirty="0"/>
              <a:t>5 mins</a:t>
            </a:r>
            <a:endParaRPr lang="zh-TW" altLang="en-US" dirty="0"/>
          </a:p>
        </p:txBody>
      </p:sp>
      <p:sp>
        <p:nvSpPr>
          <p:cNvPr id="12" name="文字方塊 11">
            <a:extLst>
              <a:ext uri="{FF2B5EF4-FFF2-40B4-BE49-F238E27FC236}">
                <a16:creationId xmlns:a16="http://schemas.microsoft.com/office/drawing/2014/main" id="{D16BB985-DDD7-C50B-1501-42C5E5E9F992}"/>
              </a:ext>
            </a:extLst>
          </p:cNvPr>
          <p:cNvSpPr txBox="1"/>
          <p:nvPr/>
        </p:nvSpPr>
        <p:spPr>
          <a:xfrm>
            <a:off x="6229667" y="1192875"/>
            <a:ext cx="806451" cy="309388"/>
          </a:xfrm>
          <a:prstGeom prst="rect">
            <a:avLst/>
          </a:prstGeom>
        </p:spPr>
        <p:txBody>
          <a:bodyPr wrap="none" lIns="0" tIns="0" rIns="0" bIns="0" rtlCol="0">
            <a:noAutofit/>
          </a:bodyPr>
          <a:lstStyle/>
          <a:p>
            <a:r>
              <a:rPr lang="en-US" altLang="zh-TW" dirty="0"/>
              <a:t>30 mins</a:t>
            </a:r>
            <a:endParaRPr lang="zh-TW" altLang="en-US" dirty="0"/>
          </a:p>
        </p:txBody>
      </p:sp>
      <p:sp>
        <p:nvSpPr>
          <p:cNvPr id="3" name="文字方塊 2">
            <a:extLst>
              <a:ext uri="{FF2B5EF4-FFF2-40B4-BE49-F238E27FC236}">
                <a16:creationId xmlns:a16="http://schemas.microsoft.com/office/drawing/2014/main" id="{0A734352-CC17-6230-E5AA-274DEDB07D36}"/>
              </a:ext>
            </a:extLst>
          </p:cNvPr>
          <p:cNvSpPr txBox="1"/>
          <p:nvPr/>
        </p:nvSpPr>
        <p:spPr>
          <a:xfrm>
            <a:off x="5638801" y="4562312"/>
            <a:ext cx="3407664" cy="613249"/>
          </a:xfrm>
          <a:prstGeom prst="rect">
            <a:avLst/>
          </a:prstGeom>
        </p:spPr>
        <p:txBody>
          <a:bodyPr wrap="none" lIns="0" tIns="0" rIns="0" bIns="0" rtlCol="0">
            <a:noAutofit/>
          </a:bodyPr>
          <a:lstStyle/>
          <a:p>
            <a:r>
              <a:rPr lang="en-US" altLang="zh-TW" sz="1600" dirty="0">
                <a:solidFill>
                  <a:srgbClr val="0070C0"/>
                </a:solidFill>
              </a:rPr>
              <a:t>Possibility: Air conditioning system</a:t>
            </a:r>
            <a:r>
              <a:rPr lang="zh-TW" altLang="en-US" sz="1600" dirty="0">
                <a:solidFill>
                  <a:srgbClr val="0070C0"/>
                </a:solidFill>
              </a:rPr>
              <a:t> </a:t>
            </a:r>
            <a:endParaRPr lang="en-US" altLang="zh-TW" sz="1600" dirty="0">
              <a:solidFill>
                <a:srgbClr val="0070C0"/>
              </a:solidFill>
            </a:endParaRPr>
          </a:p>
          <a:p>
            <a:r>
              <a:rPr lang="en-US" altLang="zh-TW" sz="1600" dirty="0">
                <a:solidFill>
                  <a:srgbClr val="0070C0"/>
                </a:solidFill>
              </a:rPr>
              <a:t>                    or engine speed change</a:t>
            </a:r>
          </a:p>
        </p:txBody>
      </p:sp>
      <p:sp>
        <p:nvSpPr>
          <p:cNvPr id="4" name="矩形 3">
            <a:extLst>
              <a:ext uri="{FF2B5EF4-FFF2-40B4-BE49-F238E27FC236}">
                <a16:creationId xmlns:a16="http://schemas.microsoft.com/office/drawing/2014/main" id="{6BAC1795-71EC-2353-2CEF-201FCEF35A8D}"/>
              </a:ext>
            </a:extLst>
          </p:cNvPr>
          <p:cNvSpPr/>
          <p:nvPr/>
        </p:nvSpPr>
        <p:spPr>
          <a:xfrm>
            <a:off x="5462016" y="2571750"/>
            <a:ext cx="944800" cy="8632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 name="直線單箭頭接點 5">
            <a:extLst>
              <a:ext uri="{FF2B5EF4-FFF2-40B4-BE49-F238E27FC236}">
                <a16:creationId xmlns:a16="http://schemas.microsoft.com/office/drawing/2014/main" id="{61A7FDBC-2783-E2F2-E65C-01F0842FE60E}"/>
              </a:ext>
            </a:extLst>
          </p:cNvPr>
          <p:cNvCxnSpPr>
            <a:cxnSpLocks/>
            <a:stCxn id="4" idx="2"/>
          </p:cNvCxnSpPr>
          <p:nvPr/>
        </p:nvCxnSpPr>
        <p:spPr>
          <a:xfrm flipH="1">
            <a:off x="5638801" y="3435016"/>
            <a:ext cx="295615" cy="1127296"/>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490179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4"/>
          </p:nvPr>
        </p:nvSpPr>
        <p:spPr/>
        <p:txBody>
          <a:bodyPr/>
          <a:lstStyle/>
          <a:p>
            <a:fld id="{0AEF9A4B-07C9-404C-9053-A3A2AC3AD5D6}" type="slidenum">
              <a:rPr lang="en-GB" smtClean="0"/>
              <a:pPr/>
              <a:t>8</a:t>
            </a:fld>
            <a:endParaRPr lang="en-GB" dirty="0"/>
          </a:p>
        </p:txBody>
      </p:sp>
      <p:sp>
        <p:nvSpPr>
          <p:cNvPr id="6" name="內容版面配置區 5"/>
          <p:cNvSpPr>
            <a:spLocks noGrp="1"/>
          </p:cNvSpPr>
          <p:nvPr>
            <p:ph sz="quarter" idx="10"/>
          </p:nvPr>
        </p:nvSpPr>
        <p:spPr>
          <a:xfrm>
            <a:off x="323849" y="243840"/>
            <a:ext cx="8637271" cy="4471231"/>
          </a:xfrm>
        </p:spPr>
        <p:txBody>
          <a:bodyPr/>
          <a:lstStyle/>
          <a:p>
            <a:r>
              <a:rPr lang="en-US" altLang="zh-TW" dirty="0"/>
              <a:t>Gyroscope: Chennai</a:t>
            </a:r>
            <a:r>
              <a:rPr lang="zh-TW" altLang="en-US" dirty="0"/>
              <a:t> </a:t>
            </a:r>
            <a:r>
              <a:rPr lang="en-US" altLang="zh-TW" dirty="0"/>
              <a:t>looks ok</a:t>
            </a:r>
          </a:p>
          <a:p>
            <a:pPr lvl="1"/>
            <a:r>
              <a:rPr lang="en-US" altLang="zh-TW" dirty="0"/>
              <a:t>The root mean square of z-axis is small than 0.0060 rad/s (Gyroscope z-axis control car heading)</a:t>
            </a:r>
          </a:p>
          <a:p>
            <a:pPr lvl="1"/>
            <a:r>
              <a:rPr lang="en-US" altLang="zh-TW" dirty="0"/>
              <a:t>The static detect rate about sensor over 95% (sensor + car speed to detect static)</a:t>
            </a:r>
          </a:p>
          <a:p>
            <a:pPr lvl="1"/>
            <a:endParaRPr lang="en-US" altLang="zh-TW" dirty="0"/>
          </a:p>
          <a:p>
            <a:pPr lvl="1"/>
            <a:endParaRPr lang="en-US" altLang="zh-TW" dirty="0"/>
          </a:p>
          <a:p>
            <a:pPr lvl="1"/>
            <a:endParaRPr lang="en-US" altLang="zh-TW" dirty="0"/>
          </a:p>
          <a:p>
            <a:pPr marL="0" indent="0">
              <a:buNone/>
            </a:pPr>
            <a:endParaRPr lang="en-US" altLang="zh-TW" dirty="0"/>
          </a:p>
          <a:p>
            <a:r>
              <a:rPr lang="en-US" altLang="zh-TW" dirty="0"/>
              <a:t>Accelerometer: Chennai</a:t>
            </a:r>
            <a:r>
              <a:rPr lang="zh-TW" altLang="en-US" dirty="0"/>
              <a:t> </a:t>
            </a:r>
            <a:r>
              <a:rPr lang="en-US" altLang="zh-TW" dirty="0"/>
              <a:t>looks ok</a:t>
            </a:r>
          </a:p>
          <a:p>
            <a:pPr lvl="1"/>
            <a:r>
              <a:rPr lang="en-US" altLang="zh-TW" dirty="0"/>
              <a:t>The root mean square of x/y-axis is small than 0.0890 m/s^2 (Accelerometer x/y-axis control roll/pitch)</a:t>
            </a:r>
          </a:p>
          <a:p>
            <a:pPr lvl="1"/>
            <a:r>
              <a:rPr lang="en-US" altLang="zh-TW" dirty="0"/>
              <a:t>The difference of leveling is small than 6 degree (roll: 4.89 degree, pitch: 2.34 degree)</a:t>
            </a:r>
          </a:p>
          <a:p>
            <a:pPr lvl="1"/>
            <a:endParaRPr lang="en-US" altLang="zh-TW" dirty="0"/>
          </a:p>
          <a:p>
            <a:pPr lvl="1"/>
            <a:endParaRPr lang="en-US" altLang="zh-TW" dirty="0"/>
          </a:p>
          <a:p>
            <a:pPr lvl="1"/>
            <a:endParaRPr lang="en-US" altLang="zh-TW" dirty="0"/>
          </a:p>
          <a:p>
            <a:pPr marL="446088" lvl="1" indent="0">
              <a:buNone/>
            </a:pPr>
            <a:endParaRPr lang="en-US" altLang="zh-TW" dirty="0"/>
          </a:p>
          <a:p>
            <a:endParaRPr lang="en-US" altLang="zh-TW" dirty="0"/>
          </a:p>
        </p:txBody>
      </p:sp>
      <p:graphicFrame>
        <p:nvGraphicFramePr>
          <p:cNvPr id="10" name="表格 9">
            <a:extLst>
              <a:ext uri="{FF2B5EF4-FFF2-40B4-BE49-F238E27FC236}">
                <a16:creationId xmlns:a16="http://schemas.microsoft.com/office/drawing/2014/main" id="{CE8C7F4F-406D-AD88-DC7C-C22EF0375130}"/>
              </a:ext>
            </a:extLst>
          </p:cNvPr>
          <p:cNvGraphicFramePr>
            <a:graphicFrameLocks noGrp="1"/>
          </p:cNvGraphicFramePr>
          <p:nvPr>
            <p:extLst>
              <p:ext uri="{D42A27DB-BD31-4B8C-83A1-F6EECF244321}">
                <p14:modId xmlns:p14="http://schemas.microsoft.com/office/powerpoint/2010/main" val="1000186529"/>
              </p:ext>
            </p:extLst>
          </p:nvPr>
        </p:nvGraphicFramePr>
        <p:xfrm>
          <a:off x="2374963" y="1202551"/>
          <a:ext cx="4390772" cy="1295400"/>
        </p:xfrm>
        <a:graphic>
          <a:graphicData uri="http://schemas.openxmlformats.org/drawingml/2006/table">
            <a:tbl>
              <a:tblPr>
                <a:tableStyleId>{9D7B26C5-4107-4FEC-AEDC-1716B250A1EF}</a:tableStyleId>
              </a:tblPr>
              <a:tblGrid>
                <a:gridCol w="1470724">
                  <a:extLst>
                    <a:ext uri="{9D8B030D-6E8A-4147-A177-3AD203B41FA5}">
                      <a16:colId xmlns:a16="http://schemas.microsoft.com/office/drawing/2014/main" val="848727422"/>
                    </a:ext>
                  </a:extLst>
                </a:gridCol>
                <a:gridCol w="1414780">
                  <a:extLst>
                    <a:ext uri="{9D8B030D-6E8A-4147-A177-3AD203B41FA5}">
                      <a16:colId xmlns:a16="http://schemas.microsoft.com/office/drawing/2014/main" val="1958800195"/>
                    </a:ext>
                  </a:extLst>
                </a:gridCol>
                <a:gridCol w="1505268">
                  <a:extLst>
                    <a:ext uri="{9D8B030D-6E8A-4147-A177-3AD203B41FA5}">
                      <a16:colId xmlns:a16="http://schemas.microsoft.com/office/drawing/2014/main" val="2224572370"/>
                    </a:ext>
                  </a:extLst>
                </a:gridCol>
              </a:tblGrid>
              <a:tr h="212903">
                <a:tc>
                  <a:txBody>
                    <a:bodyPr/>
                    <a:lstStyle/>
                    <a:p>
                      <a:pPr marL="0" algn="l" defTabSz="914400" rtl="0" eaLnBrk="1" fontAlgn="ctr" latinLnBrk="0" hangingPunct="1"/>
                      <a:endParaRPr lang="zh-TW" altLang="en-US" sz="1100" kern="1200" dirty="0">
                        <a:solidFill>
                          <a:schemeClr val="tx1"/>
                        </a:solidFill>
                        <a:latin typeface="+mn-lt"/>
                        <a:ea typeface="+mn-ea"/>
                        <a:cs typeface="+mn-cs"/>
                      </a:endParaRPr>
                    </a:p>
                  </a:txBody>
                  <a:tcPr anchor="ctr"/>
                </a:tc>
                <a:tc>
                  <a:txBody>
                    <a:bodyPr/>
                    <a:lstStyle/>
                    <a:p>
                      <a:pPr marL="0" algn="l" defTabSz="914400" rtl="0" eaLnBrk="1" fontAlgn="ctr" latinLnBrk="0" hangingPunct="1"/>
                      <a:r>
                        <a:rPr lang="en-US" sz="1100" kern="1200" dirty="0">
                          <a:solidFill>
                            <a:schemeClr val="tx1"/>
                          </a:solidFill>
                          <a:latin typeface="+mn-lt"/>
                          <a:ea typeface="+mn-ea"/>
                          <a:cs typeface="+mn-cs"/>
                        </a:rPr>
                        <a:t>Chennai (5mins)</a:t>
                      </a:r>
                    </a:p>
                  </a:txBody>
                  <a:tcPr anchor="ctr"/>
                </a:tc>
                <a:tc>
                  <a:txBody>
                    <a:bodyPr/>
                    <a:lstStyle/>
                    <a:p>
                      <a:pPr marL="0" algn="l" defTabSz="914400" rtl="0" eaLnBrk="1" fontAlgn="ctr" latinLnBrk="0" hangingPunct="1"/>
                      <a:r>
                        <a:rPr lang="en-US" sz="1100" kern="1200" dirty="0">
                          <a:solidFill>
                            <a:schemeClr val="tx1"/>
                          </a:solidFill>
                          <a:latin typeface="+mn-lt"/>
                          <a:ea typeface="+mn-ea"/>
                          <a:cs typeface="+mn-cs"/>
                        </a:rPr>
                        <a:t>Chennai (30mins)</a:t>
                      </a:r>
                    </a:p>
                  </a:txBody>
                  <a:tcPr anchor="ctr"/>
                </a:tc>
                <a:extLst>
                  <a:ext uri="{0D108BD9-81ED-4DB2-BD59-A6C34878D82A}">
                    <a16:rowId xmlns:a16="http://schemas.microsoft.com/office/drawing/2014/main" val="129737919"/>
                  </a:ext>
                </a:extLst>
              </a:tr>
              <a:tr h="212903">
                <a:tc>
                  <a:txBody>
                    <a:bodyPr/>
                    <a:lstStyle/>
                    <a:p>
                      <a:pPr marL="0" algn="l" defTabSz="914400" rtl="0" eaLnBrk="1" fontAlgn="ctr" latinLnBrk="0" hangingPunct="1"/>
                      <a:r>
                        <a:rPr lang="en-US" sz="1100" kern="1200" dirty="0" err="1">
                          <a:solidFill>
                            <a:schemeClr val="tx1"/>
                          </a:solidFill>
                          <a:latin typeface="+mn-lt"/>
                          <a:ea typeface="+mn-ea"/>
                          <a:cs typeface="+mn-cs"/>
                        </a:rPr>
                        <a:t>Gyro_RMS_X</a:t>
                      </a:r>
                      <a:r>
                        <a:rPr lang="en-US" sz="1100" kern="1200" dirty="0">
                          <a:solidFill>
                            <a:schemeClr val="tx1"/>
                          </a:solidFill>
                          <a:latin typeface="+mn-lt"/>
                          <a:ea typeface="+mn-ea"/>
                          <a:cs typeface="+mn-cs"/>
                        </a:rPr>
                        <a:t> (rad/s)</a:t>
                      </a:r>
                    </a:p>
                  </a:txBody>
                  <a:tcPr anchor="ctr"/>
                </a:tc>
                <a:tc>
                  <a:txBody>
                    <a:bodyPr/>
                    <a:lstStyle/>
                    <a:p>
                      <a:pPr marL="0" algn="l" defTabSz="914400" rtl="0" eaLnBrk="1" fontAlgn="ctr" latinLnBrk="0" hangingPunct="1"/>
                      <a:r>
                        <a:rPr lang="zh-TW" altLang="en-US" sz="1100" kern="1200" dirty="0">
                          <a:solidFill>
                            <a:schemeClr val="tx1"/>
                          </a:solidFill>
                          <a:latin typeface="+mn-lt"/>
                          <a:ea typeface="+mn-ea"/>
                          <a:cs typeface="+mn-cs"/>
                        </a:rPr>
                        <a:t>   </a:t>
                      </a:r>
                      <a:r>
                        <a:rPr lang="en-US" altLang="zh-TW" sz="1100" kern="1200" dirty="0">
                          <a:solidFill>
                            <a:schemeClr val="tx1"/>
                          </a:solidFill>
                          <a:latin typeface="+mn-lt"/>
                          <a:ea typeface="+mn-ea"/>
                          <a:cs typeface="+mn-cs"/>
                        </a:rPr>
                        <a:t>0.001652</a:t>
                      </a:r>
                    </a:p>
                  </a:txBody>
                  <a:tcPr marL="6350" marR="6350" marT="6350" marB="0" anchor="ctr"/>
                </a:tc>
                <a:tc>
                  <a:txBody>
                    <a:bodyPr/>
                    <a:lstStyle/>
                    <a:p>
                      <a:pPr marL="0" algn="l" defTabSz="914400" rtl="0" eaLnBrk="1" fontAlgn="ctr" latinLnBrk="0" hangingPunct="1"/>
                      <a:r>
                        <a:rPr lang="zh-TW" altLang="en-US" sz="1100" kern="1200" dirty="0">
                          <a:solidFill>
                            <a:schemeClr val="tx1"/>
                          </a:solidFill>
                          <a:latin typeface="+mn-lt"/>
                          <a:ea typeface="+mn-ea"/>
                          <a:cs typeface="+mn-cs"/>
                        </a:rPr>
                        <a:t>   </a:t>
                      </a:r>
                      <a:r>
                        <a:rPr lang="en-US" altLang="zh-TW" sz="1100" kern="1200" dirty="0">
                          <a:solidFill>
                            <a:schemeClr val="tx1"/>
                          </a:solidFill>
                          <a:latin typeface="+mn-lt"/>
                          <a:ea typeface="+mn-ea"/>
                          <a:cs typeface="+mn-cs"/>
                        </a:rPr>
                        <a:t>0.003226</a:t>
                      </a:r>
                    </a:p>
                  </a:txBody>
                  <a:tcPr marL="6350" marR="6350" marT="6350" marB="0" anchor="ctr"/>
                </a:tc>
                <a:extLst>
                  <a:ext uri="{0D108BD9-81ED-4DB2-BD59-A6C34878D82A}">
                    <a16:rowId xmlns:a16="http://schemas.microsoft.com/office/drawing/2014/main" val="1857881321"/>
                  </a:ext>
                </a:extLst>
              </a:tr>
              <a:tr h="212903">
                <a:tc>
                  <a:txBody>
                    <a:bodyPr/>
                    <a:lstStyle/>
                    <a:p>
                      <a:pPr marL="0" algn="l" defTabSz="914400" rtl="0" eaLnBrk="1" fontAlgn="ctr" latinLnBrk="0" hangingPunct="1"/>
                      <a:r>
                        <a:rPr lang="en-US" altLang="zh-TW" sz="1100" kern="1200" dirty="0" err="1">
                          <a:solidFill>
                            <a:schemeClr val="tx1"/>
                          </a:solidFill>
                          <a:latin typeface="+mn-lt"/>
                          <a:ea typeface="+mn-ea"/>
                          <a:cs typeface="+mn-cs"/>
                        </a:rPr>
                        <a:t>Gyro_RMS_Y</a:t>
                      </a:r>
                      <a:r>
                        <a:rPr lang="zh-TW" altLang="en-US" sz="1100" kern="1200" dirty="0">
                          <a:solidFill>
                            <a:schemeClr val="tx1"/>
                          </a:solidFill>
                          <a:latin typeface="+mn-lt"/>
                          <a:ea typeface="+mn-ea"/>
                          <a:cs typeface="+mn-cs"/>
                        </a:rPr>
                        <a:t> </a:t>
                      </a:r>
                      <a:r>
                        <a:rPr lang="en-US" altLang="zh-TW" sz="1100" kern="1200" dirty="0">
                          <a:solidFill>
                            <a:schemeClr val="tx1"/>
                          </a:solidFill>
                          <a:latin typeface="+mn-lt"/>
                          <a:ea typeface="+mn-ea"/>
                          <a:cs typeface="+mn-cs"/>
                        </a:rPr>
                        <a:t>(rad/s)</a:t>
                      </a:r>
                    </a:p>
                  </a:txBody>
                  <a:tcPr anchor="ctr"/>
                </a:tc>
                <a:tc>
                  <a:txBody>
                    <a:bodyPr/>
                    <a:lstStyle/>
                    <a:p>
                      <a:pPr marL="0" algn="l" defTabSz="914400" rtl="0" eaLnBrk="1" fontAlgn="ctr" latinLnBrk="0" hangingPunct="1"/>
                      <a:r>
                        <a:rPr lang="zh-TW" altLang="en-US" sz="1100" kern="1200" dirty="0">
                          <a:solidFill>
                            <a:schemeClr val="tx1"/>
                          </a:solidFill>
                          <a:latin typeface="+mn-lt"/>
                          <a:ea typeface="+mn-ea"/>
                          <a:cs typeface="+mn-cs"/>
                        </a:rPr>
                        <a:t>   </a:t>
                      </a:r>
                      <a:r>
                        <a:rPr lang="en-US" altLang="zh-TW" sz="1100" kern="1200" dirty="0">
                          <a:solidFill>
                            <a:schemeClr val="tx1"/>
                          </a:solidFill>
                          <a:latin typeface="+mn-lt"/>
                          <a:ea typeface="+mn-ea"/>
                          <a:cs typeface="+mn-cs"/>
                        </a:rPr>
                        <a:t>0.001602</a:t>
                      </a:r>
                    </a:p>
                  </a:txBody>
                  <a:tcPr marL="6350" marR="6350" marT="6350" marB="0" anchor="ctr"/>
                </a:tc>
                <a:tc>
                  <a:txBody>
                    <a:bodyPr/>
                    <a:lstStyle/>
                    <a:p>
                      <a:pPr marL="0" algn="l" defTabSz="914400" rtl="0" eaLnBrk="1" fontAlgn="ctr" latinLnBrk="0" hangingPunct="1"/>
                      <a:r>
                        <a:rPr lang="zh-TW" altLang="en-US" sz="1100" kern="1200" dirty="0">
                          <a:solidFill>
                            <a:schemeClr val="tx1"/>
                          </a:solidFill>
                          <a:latin typeface="+mn-lt"/>
                          <a:ea typeface="+mn-ea"/>
                          <a:cs typeface="+mn-cs"/>
                        </a:rPr>
                        <a:t>   </a:t>
                      </a:r>
                      <a:r>
                        <a:rPr lang="en-US" altLang="zh-TW" sz="1100" kern="1200" dirty="0">
                          <a:solidFill>
                            <a:schemeClr val="tx1"/>
                          </a:solidFill>
                          <a:latin typeface="+mn-lt"/>
                          <a:ea typeface="+mn-ea"/>
                          <a:cs typeface="+mn-cs"/>
                        </a:rPr>
                        <a:t>0.002460</a:t>
                      </a:r>
                    </a:p>
                  </a:txBody>
                  <a:tcPr marL="6350" marR="6350" marT="6350" marB="0" anchor="ctr"/>
                </a:tc>
                <a:extLst>
                  <a:ext uri="{0D108BD9-81ED-4DB2-BD59-A6C34878D82A}">
                    <a16:rowId xmlns:a16="http://schemas.microsoft.com/office/drawing/2014/main" val="2602592833"/>
                  </a:ext>
                </a:extLst>
              </a:tr>
              <a:tr h="212903">
                <a:tc>
                  <a:txBody>
                    <a:bodyPr/>
                    <a:lstStyle/>
                    <a:p>
                      <a:pPr marL="0" algn="l" defTabSz="914400" rtl="0" eaLnBrk="1" fontAlgn="ctr" latinLnBrk="0" hangingPunct="1"/>
                      <a:r>
                        <a:rPr lang="en-US" altLang="zh-TW" sz="1100" kern="1200" dirty="0" err="1">
                          <a:solidFill>
                            <a:schemeClr val="tx1"/>
                          </a:solidFill>
                          <a:latin typeface="+mn-lt"/>
                          <a:ea typeface="+mn-ea"/>
                          <a:cs typeface="+mn-cs"/>
                        </a:rPr>
                        <a:t>Gyro_RMS_Z</a:t>
                      </a:r>
                      <a:r>
                        <a:rPr lang="zh-TW" altLang="en-US" sz="1100" kern="1200" dirty="0">
                          <a:solidFill>
                            <a:schemeClr val="tx1"/>
                          </a:solidFill>
                          <a:latin typeface="+mn-lt"/>
                          <a:ea typeface="+mn-ea"/>
                          <a:cs typeface="+mn-cs"/>
                        </a:rPr>
                        <a:t> </a:t>
                      </a:r>
                      <a:r>
                        <a:rPr lang="en-US" altLang="zh-TW" sz="1100" kern="1200" dirty="0">
                          <a:solidFill>
                            <a:schemeClr val="tx1"/>
                          </a:solidFill>
                          <a:latin typeface="+mn-lt"/>
                          <a:ea typeface="+mn-ea"/>
                          <a:cs typeface="+mn-cs"/>
                        </a:rPr>
                        <a:t>(rad/s)</a:t>
                      </a:r>
                    </a:p>
                  </a:txBody>
                  <a:tcPr anchor="ctr"/>
                </a:tc>
                <a:tc>
                  <a:txBody>
                    <a:bodyPr/>
                    <a:lstStyle/>
                    <a:p>
                      <a:pPr marL="0" algn="l" defTabSz="914400" rtl="0" eaLnBrk="1" fontAlgn="ctr" latinLnBrk="0" hangingPunct="1"/>
                      <a:r>
                        <a:rPr lang="zh-TW" altLang="en-US" sz="1100" kern="1200" dirty="0">
                          <a:solidFill>
                            <a:srgbClr val="00B050"/>
                          </a:solidFill>
                          <a:latin typeface="+mn-lt"/>
                          <a:ea typeface="+mn-ea"/>
                          <a:cs typeface="+mn-cs"/>
                        </a:rPr>
                        <a:t>   </a:t>
                      </a:r>
                      <a:r>
                        <a:rPr lang="en-US" altLang="zh-TW" sz="1100" kern="1200" dirty="0">
                          <a:solidFill>
                            <a:srgbClr val="00B050"/>
                          </a:solidFill>
                          <a:latin typeface="+mn-lt"/>
                          <a:ea typeface="+mn-ea"/>
                          <a:cs typeface="+mn-cs"/>
                        </a:rPr>
                        <a:t>0.000418</a:t>
                      </a:r>
                    </a:p>
                  </a:txBody>
                  <a:tcPr marL="6350" marR="6350" marT="6350" marB="0" anchor="ctr"/>
                </a:tc>
                <a:tc>
                  <a:txBody>
                    <a:bodyPr/>
                    <a:lstStyle/>
                    <a:p>
                      <a:pPr marL="0" algn="l" defTabSz="914400" rtl="0" eaLnBrk="1" fontAlgn="ctr" latinLnBrk="0" hangingPunct="1"/>
                      <a:r>
                        <a:rPr lang="zh-TW" altLang="en-US" sz="1100" kern="1200" dirty="0">
                          <a:solidFill>
                            <a:srgbClr val="00B050"/>
                          </a:solidFill>
                          <a:latin typeface="+mn-lt"/>
                          <a:ea typeface="+mn-ea"/>
                          <a:cs typeface="+mn-cs"/>
                        </a:rPr>
                        <a:t>   </a:t>
                      </a:r>
                      <a:r>
                        <a:rPr lang="en-US" altLang="zh-TW" sz="1100" kern="1200" dirty="0">
                          <a:solidFill>
                            <a:srgbClr val="00B050"/>
                          </a:solidFill>
                          <a:latin typeface="+mn-lt"/>
                          <a:ea typeface="+mn-ea"/>
                          <a:cs typeface="+mn-cs"/>
                        </a:rPr>
                        <a:t>0.000620</a:t>
                      </a:r>
                    </a:p>
                  </a:txBody>
                  <a:tcPr marL="6350" marR="6350" marT="6350" marB="0" anchor="ctr"/>
                </a:tc>
                <a:extLst>
                  <a:ext uri="{0D108BD9-81ED-4DB2-BD59-A6C34878D82A}">
                    <a16:rowId xmlns:a16="http://schemas.microsoft.com/office/drawing/2014/main" val="1966451756"/>
                  </a:ext>
                </a:extLst>
              </a:tr>
              <a:tr h="0">
                <a:tc>
                  <a:txBody>
                    <a:bodyPr/>
                    <a:lstStyle/>
                    <a:p>
                      <a:pPr marL="0" algn="l" defTabSz="914400" rtl="0" eaLnBrk="1" fontAlgn="ctr" latinLnBrk="0" hangingPunct="1"/>
                      <a:r>
                        <a:rPr lang="en-US" altLang="zh-TW" sz="1100" kern="1200" dirty="0">
                          <a:solidFill>
                            <a:schemeClr val="tx1"/>
                          </a:solidFill>
                          <a:latin typeface="+mn-lt"/>
                          <a:ea typeface="+mn-ea"/>
                          <a:cs typeface="+mn-cs"/>
                        </a:rPr>
                        <a:t>Static detect rate</a:t>
                      </a:r>
                      <a:r>
                        <a:rPr lang="zh-TW" altLang="en-US" sz="1100" kern="1200" dirty="0">
                          <a:solidFill>
                            <a:schemeClr val="tx1"/>
                          </a:solidFill>
                          <a:latin typeface="+mn-lt"/>
                          <a:ea typeface="+mn-ea"/>
                          <a:cs typeface="+mn-cs"/>
                        </a:rPr>
                        <a:t> </a:t>
                      </a:r>
                      <a:r>
                        <a:rPr lang="en-US" altLang="zh-TW" sz="1100" kern="1200" dirty="0">
                          <a:solidFill>
                            <a:schemeClr val="tx1"/>
                          </a:solidFill>
                          <a:latin typeface="+mn-lt"/>
                          <a:ea typeface="+mn-ea"/>
                          <a:cs typeface="+mn-cs"/>
                        </a:rPr>
                        <a:t>(%)</a:t>
                      </a:r>
                    </a:p>
                  </a:txBody>
                  <a:tcPr anchor="ctr"/>
                </a:tc>
                <a:tc>
                  <a:txBody>
                    <a:bodyPr/>
                    <a:lstStyle/>
                    <a:p>
                      <a:pPr marL="0" algn="l" defTabSz="914400" rtl="0" eaLnBrk="1" fontAlgn="ctr" latinLnBrk="0" hangingPunct="1"/>
                      <a:r>
                        <a:rPr lang="en-US" altLang="zh-TW" sz="1100" kern="1200" dirty="0">
                          <a:solidFill>
                            <a:srgbClr val="00B050"/>
                          </a:solidFill>
                          <a:latin typeface="+mn-lt"/>
                          <a:ea typeface="+mn-ea"/>
                          <a:cs typeface="+mn-cs"/>
                        </a:rPr>
                        <a:t>99.06%</a:t>
                      </a:r>
                    </a:p>
                  </a:txBody>
                  <a:tcPr anchor="ctr"/>
                </a:tc>
                <a:tc>
                  <a:txBody>
                    <a:bodyPr/>
                    <a:lstStyle/>
                    <a:p>
                      <a:pPr marL="0" algn="l" defTabSz="914400" rtl="0" eaLnBrk="1" fontAlgn="ctr" latinLnBrk="0" hangingPunct="1"/>
                      <a:r>
                        <a:rPr lang="en-US" altLang="zh-TW" sz="1100" kern="1200" dirty="0">
                          <a:solidFill>
                            <a:srgbClr val="00B050"/>
                          </a:solidFill>
                          <a:latin typeface="+mn-lt"/>
                          <a:ea typeface="+mn-ea"/>
                          <a:cs typeface="+mn-cs"/>
                        </a:rPr>
                        <a:t>99.77%</a:t>
                      </a:r>
                    </a:p>
                  </a:txBody>
                  <a:tcPr anchor="ctr"/>
                </a:tc>
                <a:extLst>
                  <a:ext uri="{0D108BD9-81ED-4DB2-BD59-A6C34878D82A}">
                    <a16:rowId xmlns:a16="http://schemas.microsoft.com/office/drawing/2014/main" val="3492447059"/>
                  </a:ext>
                </a:extLst>
              </a:tr>
            </a:tbl>
          </a:graphicData>
        </a:graphic>
      </p:graphicFrame>
      <p:sp>
        <p:nvSpPr>
          <p:cNvPr id="11" name="Rectangle 2">
            <a:extLst>
              <a:ext uri="{FF2B5EF4-FFF2-40B4-BE49-F238E27FC236}">
                <a16:creationId xmlns:a16="http://schemas.microsoft.com/office/drawing/2014/main" id="{FF7236E8-AC89-135B-3905-8D61A14CF2CE}"/>
              </a:ext>
            </a:extLst>
          </p:cNvPr>
          <p:cNvSpPr>
            <a:spLocks noChangeArrowheads="1"/>
          </p:cNvSpPr>
          <p:nvPr/>
        </p:nvSpPr>
        <p:spPr bwMode="auto">
          <a:xfrm>
            <a:off x="323850" y="12080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12" name="表格 11">
            <a:extLst>
              <a:ext uri="{FF2B5EF4-FFF2-40B4-BE49-F238E27FC236}">
                <a16:creationId xmlns:a16="http://schemas.microsoft.com/office/drawing/2014/main" id="{182D829B-9030-CB97-74E8-36D2E6B08753}"/>
              </a:ext>
            </a:extLst>
          </p:cNvPr>
          <p:cNvGraphicFramePr>
            <a:graphicFrameLocks noGrp="1"/>
          </p:cNvGraphicFramePr>
          <p:nvPr>
            <p:extLst>
              <p:ext uri="{D42A27DB-BD31-4B8C-83A1-F6EECF244321}">
                <p14:modId xmlns:p14="http://schemas.microsoft.com/office/powerpoint/2010/main" val="707761344"/>
              </p:ext>
            </p:extLst>
          </p:nvPr>
        </p:nvGraphicFramePr>
        <p:xfrm>
          <a:off x="2183066" y="3456662"/>
          <a:ext cx="4774566" cy="1295400"/>
        </p:xfrm>
        <a:graphic>
          <a:graphicData uri="http://schemas.openxmlformats.org/drawingml/2006/table">
            <a:tbl>
              <a:tblPr>
                <a:tableStyleId>{9D7B26C5-4107-4FEC-AEDC-1716B250A1EF}</a:tableStyleId>
              </a:tblPr>
              <a:tblGrid>
                <a:gridCol w="1854518">
                  <a:extLst>
                    <a:ext uri="{9D8B030D-6E8A-4147-A177-3AD203B41FA5}">
                      <a16:colId xmlns:a16="http://schemas.microsoft.com/office/drawing/2014/main" val="848727422"/>
                    </a:ext>
                  </a:extLst>
                </a:gridCol>
                <a:gridCol w="1414780">
                  <a:extLst>
                    <a:ext uri="{9D8B030D-6E8A-4147-A177-3AD203B41FA5}">
                      <a16:colId xmlns:a16="http://schemas.microsoft.com/office/drawing/2014/main" val="1958800195"/>
                    </a:ext>
                  </a:extLst>
                </a:gridCol>
                <a:gridCol w="1505268">
                  <a:extLst>
                    <a:ext uri="{9D8B030D-6E8A-4147-A177-3AD203B41FA5}">
                      <a16:colId xmlns:a16="http://schemas.microsoft.com/office/drawing/2014/main" val="2224572370"/>
                    </a:ext>
                  </a:extLst>
                </a:gridCol>
              </a:tblGrid>
              <a:tr h="212903">
                <a:tc>
                  <a:txBody>
                    <a:bodyPr/>
                    <a:lstStyle/>
                    <a:p>
                      <a:endParaRPr lang="zh-TW" altLang="en-US" sz="1100" dirty="0"/>
                    </a:p>
                  </a:txBody>
                  <a:tcPr anchor="ctr"/>
                </a:tc>
                <a:tc>
                  <a:txBody>
                    <a:bodyPr/>
                    <a:lstStyle/>
                    <a:p>
                      <a:pPr marL="0" algn="l" defTabSz="914400" rtl="0" eaLnBrk="1" latinLnBrk="0" hangingPunct="1"/>
                      <a:r>
                        <a:rPr lang="en-US" sz="1100" u="none" strike="noStrike" kern="1200" dirty="0">
                          <a:solidFill>
                            <a:schemeClr val="tx1"/>
                          </a:solidFill>
                          <a:effectLst/>
                          <a:latin typeface="+mn-lt"/>
                          <a:ea typeface="+mn-ea"/>
                          <a:cs typeface="+mn-cs"/>
                        </a:rPr>
                        <a:t>Chennai (5mins)</a:t>
                      </a:r>
                    </a:p>
                  </a:txBody>
                  <a:tcPr anchor="ctr"/>
                </a:tc>
                <a:tc>
                  <a:txBody>
                    <a:bodyPr/>
                    <a:lstStyle/>
                    <a:p>
                      <a:pPr marL="0" algn="l" defTabSz="914400" rtl="0" eaLnBrk="1" latinLnBrk="0" hangingPunct="1"/>
                      <a:r>
                        <a:rPr lang="en-US" sz="1100" u="none" strike="noStrike" kern="1200" dirty="0">
                          <a:solidFill>
                            <a:schemeClr val="tx1"/>
                          </a:solidFill>
                          <a:effectLst/>
                          <a:latin typeface="+mn-lt"/>
                          <a:ea typeface="+mn-ea"/>
                          <a:cs typeface="+mn-cs"/>
                        </a:rPr>
                        <a:t>Chennai (30mins)</a:t>
                      </a:r>
                    </a:p>
                  </a:txBody>
                  <a:tcPr anchor="ctr"/>
                </a:tc>
                <a:extLst>
                  <a:ext uri="{0D108BD9-81ED-4DB2-BD59-A6C34878D82A}">
                    <a16:rowId xmlns:a16="http://schemas.microsoft.com/office/drawing/2014/main" val="129737919"/>
                  </a:ext>
                </a:extLst>
              </a:tr>
              <a:tr h="212903">
                <a:tc>
                  <a:txBody>
                    <a:bodyPr/>
                    <a:lstStyle/>
                    <a:p>
                      <a:r>
                        <a:rPr lang="en-US" sz="1100" dirty="0" err="1"/>
                        <a:t>Acc_RMS_X</a:t>
                      </a:r>
                      <a:r>
                        <a:rPr lang="en-US" sz="1100" dirty="0"/>
                        <a:t> (m/s</a:t>
                      </a:r>
                      <a:r>
                        <a:rPr lang="en-US" altLang="zh-TW" sz="1100" dirty="0"/>
                        <a:t>^2</a:t>
                      </a:r>
                      <a:r>
                        <a:rPr lang="en-US" sz="1100" dirty="0"/>
                        <a:t>)</a:t>
                      </a:r>
                    </a:p>
                  </a:txBody>
                  <a:tcPr anchor="ctr"/>
                </a:tc>
                <a:tc>
                  <a:txBody>
                    <a:bodyPr/>
                    <a:lstStyle/>
                    <a:p>
                      <a:pPr marL="0" algn="l" defTabSz="914400" rtl="0" eaLnBrk="1" fontAlgn="ctr" latinLnBrk="0" hangingPunct="1"/>
                      <a:r>
                        <a:rPr lang="zh-TW" altLang="en-US" sz="1100" u="none" strike="noStrike" kern="1200" dirty="0">
                          <a:solidFill>
                            <a:srgbClr val="00B050"/>
                          </a:solidFill>
                          <a:effectLst/>
                          <a:latin typeface="+mn-lt"/>
                          <a:ea typeface="+mn-ea"/>
                          <a:cs typeface="+mn-cs"/>
                        </a:rPr>
                        <a:t>   </a:t>
                      </a:r>
                      <a:r>
                        <a:rPr lang="en-US" altLang="zh-TW" sz="1100" u="none" strike="noStrike" kern="1200" dirty="0">
                          <a:solidFill>
                            <a:srgbClr val="00B050"/>
                          </a:solidFill>
                          <a:effectLst/>
                          <a:latin typeface="+mn-lt"/>
                          <a:ea typeface="+mn-ea"/>
                          <a:cs typeface="+mn-cs"/>
                        </a:rPr>
                        <a:t>0.020653</a:t>
                      </a:r>
                    </a:p>
                  </a:txBody>
                  <a:tcPr marL="6350" marR="6350" marT="6350" marB="0" anchor="ctr"/>
                </a:tc>
                <a:tc>
                  <a:txBody>
                    <a:bodyPr/>
                    <a:lstStyle/>
                    <a:p>
                      <a:pPr marL="0" algn="l" defTabSz="914400" rtl="0" eaLnBrk="1" fontAlgn="ctr" latinLnBrk="0" hangingPunct="1"/>
                      <a:r>
                        <a:rPr lang="zh-TW" altLang="en-US" sz="1100" u="none" strike="noStrike" kern="1200" dirty="0">
                          <a:solidFill>
                            <a:schemeClr val="tx1"/>
                          </a:solidFill>
                          <a:effectLst/>
                          <a:latin typeface="+mn-lt"/>
                          <a:ea typeface="+mn-ea"/>
                          <a:cs typeface="+mn-cs"/>
                        </a:rPr>
                        <a:t>   </a:t>
                      </a:r>
                      <a:r>
                        <a:rPr lang="en-US" altLang="zh-TW" sz="1100" u="none" strike="noStrike" kern="1200" dirty="0">
                          <a:solidFill>
                            <a:schemeClr val="tx1"/>
                          </a:solidFill>
                          <a:effectLst/>
                          <a:latin typeface="+mn-lt"/>
                          <a:ea typeface="+mn-ea"/>
                          <a:cs typeface="+mn-cs"/>
                        </a:rPr>
                        <a:t>0.091269</a:t>
                      </a:r>
                    </a:p>
                  </a:txBody>
                  <a:tcPr marL="6350" marR="6350" marT="6350" marB="0" anchor="ctr"/>
                </a:tc>
                <a:extLst>
                  <a:ext uri="{0D108BD9-81ED-4DB2-BD59-A6C34878D82A}">
                    <a16:rowId xmlns:a16="http://schemas.microsoft.com/office/drawing/2014/main" val="1857881321"/>
                  </a:ext>
                </a:extLst>
              </a:tr>
              <a:tr h="212903">
                <a:tc>
                  <a:txBody>
                    <a:bodyPr/>
                    <a:lstStyle/>
                    <a:p>
                      <a:r>
                        <a:rPr lang="en-US" altLang="zh-TW" sz="1100" dirty="0" err="1"/>
                        <a:t>Acc_RMS_Y</a:t>
                      </a:r>
                      <a:r>
                        <a:rPr lang="zh-TW" altLang="en-US" sz="1100" dirty="0"/>
                        <a:t> </a:t>
                      </a:r>
                      <a:r>
                        <a:rPr lang="en-US" altLang="zh-TW" sz="1100" dirty="0"/>
                        <a:t>(m/s^2)</a:t>
                      </a:r>
                    </a:p>
                  </a:txBody>
                  <a:tcPr anchor="ctr"/>
                </a:tc>
                <a:tc>
                  <a:txBody>
                    <a:bodyPr/>
                    <a:lstStyle/>
                    <a:p>
                      <a:pPr marL="0" algn="l" defTabSz="914400" rtl="0" eaLnBrk="1" fontAlgn="ctr" latinLnBrk="0" hangingPunct="1"/>
                      <a:r>
                        <a:rPr lang="zh-TW" altLang="en-US" sz="1100" u="none" strike="noStrike" kern="1200" dirty="0">
                          <a:solidFill>
                            <a:srgbClr val="00B050"/>
                          </a:solidFill>
                          <a:effectLst/>
                          <a:latin typeface="+mn-lt"/>
                          <a:ea typeface="+mn-ea"/>
                          <a:cs typeface="+mn-cs"/>
                        </a:rPr>
                        <a:t>   </a:t>
                      </a:r>
                      <a:r>
                        <a:rPr lang="en-US" altLang="zh-TW" sz="1100" u="none" strike="noStrike" kern="1200" dirty="0">
                          <a:solidFill>
                            <a:srgbClr val="00B050"/>
                          </a:solidFill>
                          <a:effectLst/>
                          <a:latin typeface="+mn-lt"/>
                          <a:ea typeface="+mn-ea"/>
                          <a:cs typeface="+mn-cs"/>
                        </a:rPr>
                        <a:t>0.037997</a:t>
                      </a:r>
                    </a:p>
                  </a:txBody>
                  <a:tcPr marL="6350" marR="6350" marT="6350" marB="0" anchor="ctr"/>
                </a:tc>
                <a:tc>
                  <a:txBody>
                    <a:bodyPr/>
                    <a:lstStyle/>
                    <a:p>
                      <a:pPr marL="0" algn="l" defTabSz="914400" rtl="0" eaLnBrk="1" fontAlgn="ctr" latinLnBrk="0" hangingPunct="1"/>
                      <a:r>
                        <a:rPr lang="zh-TW" altLang="en-US" sz="1100" u="none" strike="noStrike" kern="1200" dirty="0">
                          <a:solidFill>
                            <a:srgbClr val="00B050"/>
                          </a:solidFill>
                          <a:effectLst/>
                          <a:latin typeface="+mn-lt"/>
                          <a:ea typeface="+mn-ea"/>
                          <a:cs typeface="+mn-cs"/>
                        </a:rPr>
                        <a:t>   </a:t>
                      </a:r>
                      <a:r>
                        <a:rPr lang="en-US" altLang="zh-TW" sz="1100" u="none" strike="noStrike" kern="1200" dirty="0">
                          <a:solidFill>
                            <a:srgbClr val="00B050"/>
                          </a:solidFill>
                          <a:effectLst/>
                          <a:latin typeface="+mn-lt"/>
                          <a:ea typeface="+mn-ea"/>
                          <a:cs typeface="+mn-cs"/>
                        </a:rPr>
                        <a:t>0.080746</a:t>
                      </a:r>
                    </a:p>
                  </a:txBody>
                  <a:tcPr marL="6350" marR="6350" marT="6350" marB="0" anchor="ctr"/>
                </a:tc>
                <a:extLst>
                  <a:ext uri="{0D108BD9-81ED-4DB2-BD59-A6C34878D82A}">
                    <a16:rowId xmlns:a16="http://schemas.microsoft.com/office/drawing/2014/main" val="2602592833"/>
                  </a:ext>
                </a:extLst>
              </a:tr>
              <a:tr h="212903">
                <a:tc>
                  <a:txBody>
                    <a:bodyPr/>
                    <a:lstStyle/>
                    <a:p>
                      <a:r>
                        <a:rPr lang="en-US" altLang="zh-TW" sz="1100" dirty="0" err="1"/>
                        <a:t>Acc_RMS_Z</a:t>
                      </a:r>
                      <a:r>
                        <a:rPr lang="zh-TW" altLang="en-US" sz="1100" dirty="0"/>
                        <a:t> </a:t>
                      </a:r>
                      <a:r>
                        <a:rPr lang="en-US" altLang="zh-TW" sz="1100" dirty="0"/>
                        <a:t>(m/s^2)</a:t>
                      </a:r>
                    </a:p>
                  </a:txBody>
                  <a:tcPr anchor="ctr"/>
                </a:tc>
                <a:tc>
                  <a:txBody>
                    <a:bodyPr/>
                    <a:lstStyle/>
                    <a:p>
                      <a:pPr marL="0" algn="l" defTabSz="914400" rtl="0" eaLnBrk="1" fontAlgn="ctr" latinLnBrk="0" hangingPunct="1"/>
                      <a:r>
                        <a:rPr lang="zh-TW" altLang="en-US" sz="1100" u="none" strike="noStrike" kern="1200" dirty="0">
                          <a:solidFill>
                            <a:schemeClr val="tx1"/>
                          </a:solidFill>
                          <a:effectLst/>
                          <a:latin typeface="+mn-lt"/>
                          <a:ea typeface="+mn-ea"/>
                          <a:cs typeface="+mn-cs"/>
                        </a:rPr>
                        <a:t>   </a:t>
                      </a:r>
                      <a:r>
                        <a:rPr lang="en-US" altLang="zh-TW" sz="1100" u="none" strike="noStrike" kern="1200" dirty="0">
                          <a:solidFill>
                            <a:schemeClr val="tx1"/>
                          </a:solidFill>
                          <a:effectLst/>
                          <a:latin typeface="+mn-lt"/>
                          <a:ea typeface="+mn-ea"/>
                          <a:cs typeface="+mn-cs"/>
                        </a:rPr>
                        <a:t>0.043700</a:t>
                      </a:r>
                    </a:p>
                  </a:txBody>
                  <a:tcPr marL="6350" marR="6350" marT="6350" marB="0" anchor="ctr"/>
                </a:tc>
                <a:tc>
                  <a:txBody>
                    <a:bodyPr/>
                    <a:lstStyle/>
                    <a:p>
                      <a:pPr marL="0" algn="l" defTabSz="914400" rtl="0" eaLnBrk="1" fontAlgn="ctr" latinLnBrk="0" hangingPunct="1"/>
                      <a:r>
                        <a:rPr lang="zh-TW" altLang="en-US" sz="1100" u="none" strike="noStrike" kern="1200" dirty="0">
                          <a:solidFill>
                            <a:schemeClr val="tx1"/>
                          </a:solidFill>
                          <a:effectLst/>
                          <a:latin typeface="+mn-lt"/>
                          <a:ea typeface="+mn-ea"/>
                          <a:cs typeface="+mn-cs"/>
                        </a:rPr>
                        <a:t>   </a:t>
                      </a:r>
                      <a:r>
                        <a:rPr lang="en-US" altLang="zh-TW" sz="1100" u="none" strike="noStrike" kern="1200" dirty="0">
                          <a:solidFill>
                            <a:schemeClr val="tx1"/>
                          </a:solidFill>
                          <a:effectLst/>
                          <a:latin typeface="+mn-lt"/>
                          <a:ea typeface="+mn-ea"/>
                          <a:cs typeface="+mn-cs"/>
                        </a:rPr>
                        <a:t>0.130900</a:t>
                      </a:r>
                    </a:p>
                  </a:txBody>
                  <a:tcPr marL="6350" marR="6350" marT="6350" marB="0" anchor="ctr"/>
                </a:tc>
                <a:extLst>
                  <a:ext uri="{0D108BD9-81ED-4DB2-BD59-A6C34878D82A}">
                    <a16:rowId xmlns:a16="http://schemas.microsoft.com/office/drawing/2014/main" val="1966451756"/>
                  </a:ext>
                </a:extLst>
              </a:tr>
              <a:tr h="0">
                <a:tc>
                  <a:txBody>
                    <a:bodyPr/>
                    <a:lstStyle/>
                    <a:p>
                      <a:r>
                        <a:rPr lang="en-US" altLang="zh-TW" sz="1100" dirty="0"/>
                        <a:t>Leveling, roll/pitch (deg/deg)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100" u="none" strike="noStrike" kern="1200" dirty="0">
                          <a:solidFill>
                            <a:srgbClr val="00B050"/>
                          </a:solidFill>
                          <a:effectLst/>
                          <a:latin typeface="+mn-lt"/>
                          <a:ea typeface="+mn-ea"/>
                          <a:cs typeface="+mn-cs"/>
                        </a:rPr>
                        <a:t>176.11</a:t>
                      </a:r>
                      <a:r>
                        <a:rPr lang="zh-TW" altLang="en-US" sz="1100" u="none" strike="noStrike" kern="1200" dirty="0">
                          <a:solidFill>
                            <a:srgbClr val="00B050"/>
                          </a:solidFill>
                          <a:effectLst/>
                          <a:latin typeface="+mn-lt"/>
                          <a:ea typeface="+mn-ea"/>
                          <a:cs typeface="+mn-cs"/>
                        </a:rPr>
                        <a:t> </a:t>
                      </a:r>
                      <a:r>
                        <a:rPr lang="en-US" altLang="zh-TW" sz="1100" u="none" strike="noStrike" kern="1200" dirty="0">
                          <a:solidFill>
                            <a:srgbClr val="00B050"/>
                          </a:solidFill>
                          <a:effectLst/>
                          <a:latin typeface="+mn-lt"/>
                          <a:ea typeface="+mn-ea"/>
                          <a:cs typeface="+mn-cs"/>
                        </a:rPr>
                        <a:t>/ 12.56</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100" u="none" strike="noStrike" kern="1200" dirty="0">
                          <a:solidFill>
                            <a:srgbClr val="00B050"/>
                          </a:solidFill>
                          <a:effectLst/>
                          <a:latin typeface="+mn-lt"/>
                          <a:ea typeface="+mn-ea"/>
                          <a:cs typeface="+mn-cs"/>
                        </a:rPr>
                        <a:t>176.11</a:t>
                      </a:r>
                      <a:r>
                        <a:rPr lang="zh-TW" altLang="en-US" sz="1100" u="none" strike="noStrike" kern="1200" dirty="0">
                          <a:solidFill>
                            <a:srgbClr val="00B050"/>
                          </a:solidFill>
                          <a:effectLst/>
                          <a:latin typeface="+mn-lt"/>
                          <a:ea typeface="+mn-ea"/>
                          <a:cs typeface="+mn-cs"/>
                        </a:rPr>
                        <a:t> </a:t>
                      </a:r>
                      <a:r>
                        <a:rPr lang="en-US" altLang="zh-TW" sz="1100" u="none" strike="noStrike" kern="1200" dirty="0">
                          <a:solidFill>
                            <a:srgbClr val="00B050"/>
                          </a:solidFill>
                          <a:effectLst/>
                          <a:latin typeface="+mn-lt"/>
                          <a:ea typeface="+mn-ea"/>
                          <a:cs typeface="+mn-cs"/>
                        </a:rPr>
                        <a:t>/ 12.56</a:t>
                      </a:r>
                    </a:p>
                  </a:txBody>
                  <a:tcPr anchor="ctr"/>
                </a:tc>
                <a:extLst>
                  <a:ext uri="{0D108BD9-81ED-4DB2-BD59-A6C34878D82A}">
                    <a16:rowId xmlns:a16="http://schemas.microsoft.com/office/drawing/2014/main" val="3492447059"/>
                  </a:ext>
                </a:extLst>
              </a:tr>
            </a:tbl>
          </a:graphicData>
        </a:graphic>
      </p:graphicFrame>
    </p:spTree>
    <p:extLst>
      <p:ext uri="{BB962C8B-B14F-4D97-AF65-F5344CB8AC3E}">
        <p14:creationId xmlns:p14="http://schemas.microsoft.com/office/powerpoint/2010/main" val="12428604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內容版面配置區 13" descr="一張含有 文字, 螢幕擷取畫面, 繪圖, 行 的圖片&#10;&#10;自動產生的描述">
            <a:extLst>
              <a:ext uri="{FF2B5EF4-FFF2-40B4-BE49-F238E27FC236}">
                <a16:creationId xmlns:a16="http://schemas.microsoft.com/office/drawing/2014/main" id="{260B8D80-CB30-BD91-4EDB-16C20D131B12}"/>
              </a:ext>
            </a:extLst>
          </p:cNvPr>
          <p:cNvPicPr>
            <a:picLocks noGrp="1" noChangeAspect="1"/>
          </p:cNvPicPr>
          <p:nvPr>
            <p:ph sz="quarter" idx="10"/>
          </p:nvPr>
        </p:nvPicPr>
        <p:blipFill>
          <a:blip r:embed="rId2"/>
          <a:stretch>
            <a:fillRect/>
          </a:stretch>
        </p:blipFill>
        <p:spPr>
          <a:xfrm>
            <a:off x="323850" y="1349375"/>
            <a:ext cx="4032250" cy="3024187"/>
          </a:xfrm>
        </p:spPr>
      </p:pic>
      <p:pic>
        <p:nvPicPr>
          <p:cNvPr id="11" name="內容版面配置區 10" descr="一張含有 文字, 螢幕擷取畫面, 圖表, 繪圖 的圖片&#10;&#10;自動產生的描述">
            <a:extLst>
              <a:ext uri="{FF2B5EF4-FFF2-40B4-BE49-F238E27FC236}">
                <a16:creationId xmlns:a16="http://schemas.microsoft.com/office/drawing/2014/main" id="{5CD59907-977B-B3AA-4854-292D4CF07699}"/>
              </a:ext>
            </a:extLst>
          </p:cNvPr>
          <p:cNvPicPr>
            <a:picLocks noGrp="1" noChangeAspect="1"/>
          </p:cNvPicPr>
          <p:nvPr>
            <p:ph sz="quarter" idx="11"/>
          </p:nvPr>
        </p:nvPicPr>
        <p:blipFill>
          <a:blip r:embed="rId3"/>
          <a:stretch>
            <a:fillRect/>
          </a:stretch>
        </p:blipFill>
        <p:spPr>
          <a:xfrm>
            <a:off x="4500563" y="1342628"/>
            <a:ext cx="4041775" cy="3031331"/>
          </a:xfrm>
        </p:spPr>
      </p:pic>
      <p:sp>
        <p:nvSpPr>
          <p:cNvPr id="2" name="投影片編號版面配置區 1">
            <a:extLst>
              <a:ext uri="{FF2B5EF4-FFF2-40B4-BE49-F238E27FC236}">
                <a16:creationId xmlns:a16="http://schemas.microsoft.com/office/drawing/2014/main" id="{C94A4A85-4B1C-9F0A-C95F-87A1CCF80A26}"/>
              </a:ext>
            </a:extLst>
          </p:cNvPr>
          <p:cNvSpPr>
            <a:spLocks noGrp="1"/>
          </p:cNvSpPr>
          <p:nvPr>
            <p:ph type="sldNum" sz="quarter" idx="4"/>
          </p:nvPr>
        </p:nvSpPr>
        <p:spPr/>
        <p:txBody>
          <a:bodyPr/>
          <a:lstStyle/>
          <a:p>
            <a:fld id="{0AEF9A4B-07C9-404C-9053-A3A2AC3AD5D6}" type="slidenum">
              <a:rPr lang="en-GB" smtClean="0"/>
              <a:pPr/>
              <a:t>9</a:t>
            </a:fld>
            <a:endParaRPr lang="en-GB" dirty="0"/>
          </a:p>
        </p:txBody>
      </p:sp>
      <p:sp>
        <p:nvSpPr>
          <p:cNvPr id="5" name="標題 4">
            <a:extLst>
              <a:ext uri="{FF2B5EF4-FFF2-40B4-BE49-F238E27FC236}">
                <a16:creationId xmlns:a16="http://schemas.microsoft.com/office/drawing/2014/main" id="{5654C5FA-E89E-A37B-3323-F92AC49BF87D}"/>
              </a:ext>
            </a:extLst>
          </p:cNvPr>
          <p:cNvSpPr>
            <a:spLocks noGrp="1"/>
          </p:cNvSpPr>
          <p:nvPr>
            <p:ph type="title"/>
          </p:nvPr>
        </p:nvSpPr>
        <p:spPr/>
        <p:txBody>
          <a:bodyPr/>
          <a:lstStyle/>
          <a:p>
            <a:r>
              <a:rPr lang="en-US" altLang="zh-TW" dirty="0"/>
              <a:t>(Gyroscope) Chennai -&gt; OK</a:t>
            </a:r>
            <a:endParaRPr lang="zh-TW" altLang="en-US" dirty="0"/>
          </a:p>
        </p:txBody>
      </p:sp>
      <p:sp>
        <p:nvSpPr>
          <p:cNvPr id="18" name="文字方塊 17">
            <a:extLst>
              <a:ext uri="{FF2B5EF4-FFF2-40B4-BE49-F238E27FC236}">
                <a16:creationId xmlns:a16="http://schemas.microsoft.com/office/drawing/2014/main" id="{C35A1F3F-8004-BB2D-F410-2E02319DE944}"/>
              </a:ext>
            </a:extLst>
          </p:cNvPr>
          <p:cNvSpPr txBox="1"/>
          <p:nvPr/>
        </p:nvSpPr>
        <p:spPr>
          <a:xfrm>
            <a:off x="1998154" y="1194681"/>
            <a:ext cx="683641" cy="309388"/>
          </a:xfrm>
          <a:prstGeom prst="rect">
            <a:avLst/>
          </a:prstGeom>
        </p:spPr>
        <p:txBody>
          <a:bodyPr wrap="none" lIns="0" tIns="0" rIns="0" bIns="0" rtlCol="0">
            <a:noAutofit/>
          </a:bodyPr>
          <a:lstStyle/>
          <a:p>
            <a:r>
              <a:rPr lang="en-US" altLang="zh-TW" dirty="0"/>
              <a:t>5 mins</a:t>
            </a:r>
            <a:endParaRPr lang="zh-TW" altLang="en-US" dirty="0"/>
          </a:p>
        </p:txBody>
      </p:sp>
      <p:sp>
        <p:nvSpPr>
          <p:cNvPr id="19" name="文字方塊 18">
            <a:extLst>
              <a:ext uri="{FF2B5EF4-FFF2-40B4-BE49-F238E27FC236}">
                <a16:creationId xmlns:a16="http://schemas.microsoft.com/office/drawing/2014/main" id="{13BB204E-C3FE-173E-1D1D-7EE0B56E1740}"/>
              </a:ext>
            </a:extLst>
          </p:cNvPr>
          <p:cNvSpPr txBox="1"/>
          <p:nvPr/>
        </p:nvSpPr>
        <p:spPr>
          <a:xfrm>
            <a:off x="6229667" y="1192875"/>
            <a:ext cx="806451" cy="309388"/>
          </a:xfrm>
          <a:prstGeom prst="rect">
            <a:avLst/>
          </a:prstGeom>
        </p:spPr>
        <p:txBody>
          <a:bodyPr wrap="none" lIns="0" tIns="0" rIns="0" bIns="0" rtlCol="0">
            <a:noAutofit/>
          </a:bodyPr>
          <a:lstStyle/>
          <a:p>
            <a:r>
              <a:rPr lang="en-US" altLang="zh-TW" dirty="0"/>
              <a:t>30 mins</a:t>
            </a:r>
            <a:endParaRPr lang="zh-TW" altLang="en-US" dirty="0"/>
          </a:p>
        </p:txBody>
      </p:sp>
      <p:sp>
        <p:nvSpPr>
          <p:cNvPr id="15" name="文字方塊 14">
            <a:extLst>
              <a:ext uri="{FF2B5EF4-FFF2-40B4-BE49-F238E27FC236}">
                <a16:creationId xmlns:a16="http://schemas.microsoft.com/office/drawing/2014/main" id="{00AB7B02-7905-E1FA-A86E-F7443EBB18FA}"/>
              </a:ext>
            </a:extLst>
          </p:cNvPr>
          <p:cNvSpPr txBox="1"/>
          <p:nvPr/>
        </p:nvSpPr>
        <p:spPr>
          <a:xfrm>
            <a:off x="5638801" y="4562312"/>
            <a:ext cx="3407664" cy="613249"/>
          </a:xfrm>
          <a:prstGeom prst="rect">
            <a:avLst/>
          </a:prstGeom>
        </p:spPr>
        <p:txBody>
          <a:bodyPr wrap="none" lIns="0" tIns="0" rIns="0" bIns="0" rtlCol="0">
            <a:noAutofit/>
          </a:bodyPr>
          <a:lstStyle/>
          <a:p>
            <a:r>
              <a:rPr lang="en-US" altLang="zh-TW" sz="1600" dirty="0">
                <a:solidFill>
                  <a:srgbClr val="0070C0"/>
                </a:solidFill>
              </a:rPr>
              <a:t>Possibility: Air conditioning system</a:t>
            </a:r>
            <a:r>
              <a:rPr lang="zh-TW" altLang="en-US" sz="1600" dirty="0">
                <a:solidFill>
                  <a:srgbClr val="0070C0"/>
                </a:solidFill>
              </a:rPr>
              <a:t> </a:t>
            </a:r>
            <a:endParaRPr lang="en-US" altLang="zh-TW" sz="1600" dirty="0">
              <a:solidFill>
                <a:srgbClr val="0070C0"/>
              </a:solidFill>
            </a:endParaRPr>
          </a:p>
          <a:p>
            <a:r>
              <a:rPr lang="en-US" altLang="zh-TW" sz="1600" dirty="0">
                <a:solidFill>
                  <a:srgbClr val="0070C0"/>
                </a:solidFill>
              </a:rPr>
              <a:t>                    or engine speed change</a:t>
            </a:r>
          </a:p>
        </p:txBody>
      </p:sp>
      <p:sp>
        <p:nvSpPr>
          <p:cNvPr id="16" name="矩形 15">
            <a:extLst>
              <a:ext uri="{FF2B5EF4-FFF2-40B4-BE49-F238E27FC236}">
                <a16:creationId xmlns:a16="http://schemas.microsoft.com/office/drawing/2014/main" id="{56E44134-B10E-D415-5280-B4E47DA5C18A}"/>
              </a:ext>
            </a:extLst>
          </p:cNvPr>
          <p:cNvSpPr/>
          <p:nvPr/>
        </p:nvSpPr>
        <p:spPr>
          <a:xfrm>
            <a:off x="6894094" y="2707105"/>
            <a:ext cx="1151801" cy="101065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0" name="直線單箭頭接點 19">
            <a:extLst>
              <a:ext uri="{FF2B5EF4-FFF2-40B4-BE49-F238E27FC236}">
                <a16:creationId xmlns:a16="http://schemas.microsoft.com/office/drawing/2014/main" id="{276B8847-C299-F468-9AC7-B71F8B103EC7}"/>
              </a:ext>
            </a:extLst>
          </p:cNvPr>
          <p:cNvCxnSpPr>
            <a:cxnSpLocks/>
            <a:stCxn id="16" idx="2"/>
          </p:cNvCxnSpPr>
          <p:nvPr/>
        </p:nvCxnSpPr>
        <p:spPr>
          <a:xfrm flipH="1">
            <a:off x="5913521" y="3717758"/>
            <a:ext cx="1556474" cy="844554"/>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203619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內容版面配置區 22" descr="一張含有 文字, 螢幕擷取畫面, 陳列, 軟體 的圖片&#10;&#10;自動產生的描述">
            <a:extLst>
              <a:ext uri="{FF2B5EF4-FFF2-40B4-BE49-F238E27FC236}">
                <a16:creationId xmlns:a16="http://schemas.microsoft.com/office/drawing/2014/main" id="{D614FE2B-DEBA-8029-43CC-813F66C8A01D}"/>
              </a:ext>
            </a:extLst>
          </p:cNvPr>
          <p:cNvPicPr>
            <a:picLocks noGrp="1" noChangeAspect="1"/>
          </p:cNvPicPr>
          <p:nvPr>
            <p:ph sz="quarter" idx="10"/>
          </p:nvPr>
        </p:nvPicPr>
        <p:blipFill>
          <a:blip r:embed="rId2"/>
          <a:stretch>
            <a:fillRect/>
          </a:stretch>
        </p:blipFill>
        <p:spPr>
          <a:xfrm>
            <a:off x="323850" y="1349375"/>
            <a:ext cx="4032250" cy="3024187"/>
          </a:xfrm>
        </p:spPr>
      </p:pic>
      <p:pic>
        <p:nvPicPr>
          <p:cNvPr id="25" name="內容版面配置區 24" descr="一張含有 文字, 螢幕擷取畫面, 圖表, 行 的圖片&#10;&#10;自動產生的描述">
            <a:extLst>
              <a:ext uri="{FF2B5EF4-FFF2-40B4-BE49-F238E27FC236}">
                <a16:creationId xmlns:a16="http://schemas.microsoft.com/office/drawing/2014/main" id="{4CD06017-A864-8E98-7E36-E842E48AC334}"/>
              </a:ext>
            </a:extLst>
          </p:cNvPr>
          <p:cNvPicPr>
            <a:picLocks noGrp="1" noChangeAspect="1"/>
          </p:cNvPicPr>
          <p:nvPr>
            <p:ph sz="quarter" idx="11"/>
          </p:nvPr>
        </p:nvPicPr>
        <p:blipFill>
          <a:blip r:embed="rId3"/>
          <a:stretch>
            <a:fillRect/>
          </a:stretch>
        </p:blipFill>
        <p:spPr>
          <a:xfrm>
            <a:off x="4500563" y="1342628"/>
            <a:ext cx="4041775" cy="3031331"/>
          </a:xfrm>
        </p:spPr>
      </p:pic>
      <p:sp>
        <p:nvSpPr>
          <p:cNvPr id="2" name="投影片編號版面配置區 1">
            <a:extLst>
              <a:ext uri="{FF2B5EF4-FFF2-40B4-BE49-F238E27FC236}">
                <a16:creationId xmlns:a16="http://schemas.microsoft.com/office/drawing/2014/main" id="{C94A4A85-4B1C-9F0A-C95F-87A1CCF80A26}"/>
              </a:ext>
            </a:extLst>
          </p:cNvPr>
          <p:cNvSpPr>
            <a:spLocks noGrp="1"/>
          </p:cNvSpPr>
          <p:nvPr>
            <p:ph type="sldNum" sz="quarter" idx="4"/>
          </p:nvPr>
        </p:nvSpPr>
        <p:spPr/>
        <p:txBody>
          <a:bodyPr/>
          <a:lstStyle/>
          <a:p>
            <a:fld id="{0AEF9A4B-07C9-404C-9053-A3A2AC3AD5D6}" type="slidenum">
              <a:rPr lang="en-GB" smtClean="0"/>
              <a:pPr/>
              <a:t>10</a:t>
            </a:fld>
            <a:endParaRPr lang="en-GB" dirty="0"/>
          </a:p>
        </p:txBody>
      </p:sp>
      <p:sp>
        <p:nvSpPr>
          <p:cNvPr id="5" name="標題 4">
            <a:extLst>
              <a:ext uri="{FF2B5EF4-FFF2-40B4-BE49-F238E27FC236}">
                <a16:creationId xmlns:a16="http://schemas.microsoft.com/office/drawing/2014/main" id="{5654C5FA-E89E-A37B-3323-F92AC49BF87D}"/>
              </a:ext>
            </a:extLst>
          </p:cNvPr>
          <p:cNvSpPr>
            <a:spLocks noGrp="1"/>
          </p:cNvSpPr>
          <p:nvPr>
            <p:ph type="title"/>
          </p:nvPr>
        </p:nvSpPr>
        <p:spPr/>
        <p:txBody>
          <a:bodyPr/>
          <a:lstStyle/>
          <a:p>
            <a:r>
              <a:rPr lang="en-US" altLang="zh-TW" dirty="0"/>
              <a:t>(Accelerometer) Chennai -&gt; OK</a:t>
            </a:r>
            <a:endParaRPr lang="zh-TW" altLang="en-US" dirty="0"/>
          </a:p>
        </p:txBody>
      </p:sp>
      <p:sp>
        <p:nvSpPr>
          <p:cNvPr id="18" name="文字方塊 17">
            <a:extLst>
              <a:ext uri="{FF2B5EF4-FFF2-40B4-BE49-F238E27FC236}">
                <a16:creationId xmlns:a16="http://schemas.microsoft.com/office/drawing/2014/main" id="{C35A1F3F-8004-BB2D-F410-2E02319DE944}"/>
              </a:ext>
            </a:extLst>
          </p:cNvPr>
          <p:cNvSpPr txBox="1"/>
          <p:nvPr/>
        </p:nvSpPr>
        <p:spPr>
          <a:xfrm>
            <a:off x="1998154" y="1194681"/>
            <a:ext cx="683641" cy="309388"/>
          </a:xfrm>
          <a:prstGeom prst="rect">
            <a:avLst/>
          </a:prstGeom>
        </p:spPr>
        <p:txBody>
          <a:bodyPr wrap="none" lIns="0" tIns="0" rIns="0" bIns="0" rtlCol="0">
            <a:noAutofit/>
          </a:bodyPr>
          <a:lstStyle/>
          <a:p>
            <a:r>
              <a:rPr lang="en-US" altLang="zh-TW" dirty="0"/>
              <a:t>5 mins</a:t>
            </a:r>
            <a:endParaRPr lang="zh-TW" altLang="en-US" dirty="0"/>
          </a:p>
        </p:txBody>
      </p:sp>
      <p:sp>
        <p:nvSpPr>
          <p:cNvPr id="19" name="文字方塊 18">
            <a:extLst>
              <a:ext uri="{FF2B5EF4-FFF2-40B4-BE49-F238E27FC236}">
                <a16:creationId xmlns:a16="http://schemas.microsoft.com/office/drawing/2014/main" id="{13BB204E-C3FE-173E-1D1D-7EE0B56E1740}"/>
              </a:ext>
            </a:extLst>
          </p:cNvPr>
          <p:cNvSpPr txBox="1"/>
          <p:nvPr/>
        </p:nvSpPr>
        <p:spPr>
          <a:xfrm>
            <a:off x="6229667" y="1192875"/>
            <a:ext cx="806451" cy="309388"/>
          </a:xfrm>
          <a:prstGeom prst="rect">
            <a:avLst/>
          </a:prstGeom>
        </p:spPr>
        <p:txBody>
          <a:bodyPr wrap="none" lIns="0" tIns="0" rIns="0" bIns="0" rtlCol="0">
            <a:noAutofit/>
          </a:bodyPr>
          <a:lstStyle/>
          <a:p>
            <a:r>
              <a:rPr lang="en-US" altLang="zh-TW" dirty="0"/>
              <a:t>30 mins</a:t>
            </a:r>
            <a:endParaRPr lang="zh-TW" altLang="en-US" dirty="0"/>
          </a:p>
        </p:txBody>
      </p:sp>
    </p:spTree>
    <p:extLst>
      <p:ext uri="{BB962C8B-B14F-4D97-AF65-F5344CB8AC3E}">
        <p14:creationId xmlns:p14="http://schemas.microsoft.com/office/powerpoint/2010/main" val="4176316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內容版面配置區 18" descr="一張含有 文字, 螢幕擷取畫面, 圖表, 繪圖 的圖片&#10;&#10;自動產生的描述">
            <a:extLst>
              <a:ext uri="{FF2B5EF4-FFF2-40B4-BE49-F238E27FC236}">
                <a16:creationId xmlns:a16="http://schemas.microsoft.com/office/drawing/2014/main" id="{902AA816-999B-3CC9-7043-71D5249466E0}"/>
              </a:ext>
            </a:extLst>
          </p:cNvPr>
          <p:cNvPicPr>
            <a:picLocks noGrp="1" noChangeAspect="1"/>
          </p:cNvPicPr>
          <p:nvPr>
            <p:ph sz="quarter" idx="11"/>
          </p:nvPr>
        </p:nvPicPr>
        <p:blipFill>
          <a:blip r:embed="rId2"/>
          <a:stretch>
            <a:fillRect/>
          </a:stretch>
        </p:blipFill>
        <p:spPr>
          <a:xfrm>
            <a:off x="4500563" y="1342628"/>
            <a:ext cx="4041775" cy="3031331"/>
          </a:xfrm>
        </p:spPr>
      </p:pic>
      <p:pic>
        <p:nvPicPr>
          <p:cNvPr id="17" name="內容版面配置區 16" descr="一張含有 文字, 螢幕擷取畫面, 繪圖, 圖表 的圖片&#10;&#10;自動產生的描述">
            <a:extLst>
              <a:ext uri="{FF2B5EF4-FFF2-40B4-BE49-F238E27FC236}">
                <a16:creationId xmlns:a16="http://schemas.microsoft.com/office/drawing/2014/main" id="{5AE83552-5ACE-9628-5D87-86FD36650DFF}"/>
              </a:ext>
            </a:extLst>
          </p:cNvPr>
          <p:cNvPicPr>
            <a:picLocks noGrp="1" noChangeAspect="1"/>
          </p:cNvPicPr>
          <p:nvPr>
            <p:ph sz="quarter" idx="10"/>
          </p:nvPr>
        </p:nvPicPr>
        <p:blipFill>
          <a:blip r:embed="rId3"/>
          <a:stretch>
            <a:fillRect/>
          </a:stretch>
        </p:blipFill>
        <p:spPr>
          <a:xfrm>
            <a:off x="323850" y="1349375"/>
            <a:ext cx="4032250" cy="3024187"/>
          </a:xfrm>
        </p:spPr>
      </p:pic>
      <p:sp>
        <p:nvSpPr>
          <p:cNvPr id="2" name="投影片編號版面配置區 1">
            <a:extLst>
              <a:ext uri="{FF2B5EF4-FFF2-40B4-BE49-F238E27FC236}">
                <a16:creationId xmlns:a16="http://schemas.microsoft.com/office/drawing/2014/main" id="{8F3473D2-5518-15CF-C805-2576290E6F13}"/>
              </a:ext>
            </a:extLst>
          </p:cNvPr>
          <p:cNvSpPr>
            <a:spLocks noGrp="1"/>
          </p:cNvSpPr>
          <p:nvPr>
            <p:ph type="sldNum" sz="quarter" idx="4"/>
          </p:nvPr>
        </p:nvSpPr>
        <p:spPr/>
        <p:txBody>
          <a:bodyPr/>
          <a:lstStyle/>
          <a:p>
            <a:fld id="{0AEF9A4B-07C9-404C-9053-A3A2AC3AD5D6}" type="slidenum">
              <a:rPr lang="en-GB" smtClean="0"/>
              <a:pPr/>
              <a:t>11</a:t>
            </a:fld>
            <a:endParaRPr lang="en-GB" dirty="0"/>
          </a:p>
        </p:txBody>
      </p:sp>
      <p:sp>
        <p:nvSpPr>
          <p:cNvPr id="5" name="標題 4">
            <a:extLst>
              <a:ext uri="{FF2B5EF4-FFF2-40B4-BE49-F238E27FC236}">
                <a16:creationId xmlns:a16="http://schemas.microsoft.com/office/drawing/2014/main" id="{CF52E87A-69BE-9CBC-2F90-8840196D46C0}"/>
              </a:ext>
            </a:extLst>
          </p:cNvPr>
          <p:cNvSpPr>
            <a:spLocks noGrp="1"/>
          </p:cNvSpPr>
          <p:nvPr>
            <p:ph type="title"/>
          </p:nvPr>
        </p:nvSpPr>
        <p:spPr/>
        <p:txBody>
          <a:bodyPr/>
          <a:lstStyle/>
          <a:p>
            <a:r>
              <a:rPr lang="en-US" altLang="zh-TW" dirty="0"/>
              <a:t>(Accelerometer, remove Gravity) Chennai -&gt; OK</a:t>
            </a:r>
            <a:endParaRPr lang="zh-TW" altLang="en-US" dirty="0"/>
          </a:p>
        </p:txBody>
      </p:sp>
      <p:sp>
        <p:nvSpPr>
          <p:cNvPr id="11" name="文字方塊 10">
            <a:extLst>
              <a:ext uri="{FF2B5EF4-FFF2-40B4-BE49-F238E27FC236}">
                <a16:creationId xmlns:a16="http://schemas.microsoft.com/office/drawing/2014/main" id="{AA9F4824-A835-92A3-AFB6-D113700520BC}"/>
              </a:ext>
            </a:extLst>
          </p:cNvPr>
          <p:cNvSpPr txBox="1"/>
          <p:nvPr/>
        </p:nvSpPr>
        <p:spPr>
          <a:xfrm>
            <a:off x="1998154" y="1194681"/>
            <a:ext cx="683641" cy="309388"/>
          </a:xfrm>
          <a:prstGeom prst="rect">
            <a:avLst/>
          </a:prstGeom>
        </p:spPr>
        <p:txBody>
          <a:bodyPr wrap="none" lIns="0" tIns="0" rIns="0" bIns="0" rtlCol="0">
            <a:noAutofit/>
          </a:bodyPr>
          <a:lstStyle/>
          <a:p>
            <a:r>
              <a:rPr lang="en-US" altLang="zh-TW" dirty="0"/>
              <a:t>5 mins</a:t>
            </a:r>
            <a:endParaRPr lang="zh-TW" altLang="en-US" dirty="0"/>
          </a:p>
        </p:txBody>
      </p:sp>
      <p:sp>
        <p:nvSpPr>
          <p:cNvPr id="12" name="文字方塊 11">
            <a:extLst>
              <a:ext uri="{FF2B5EF4-FFF2-40B4-BE49-F238E27FC236}">
                <a16:creationId xmlns:a16="http://schemas.microsoft.com/office/drawing/2014/main" id="{D16BB985-DDD7-C50B-1501-42C5E5E9F992}"/>
              </a:ext>
            </a:extLst>
          </p:cNvPr>
          <p:cNvSpPr txBox="1"/>
          <p:nvPr/>
        </p:nvSpPr>
        <p:spPr>
          <a:xfrm>
            <a:off x="6229667" y="1192875"/>
            <a:ext cx="806451" cy="309388"/>
          </a:xfrm>
          <a:prstGeom prst="rect">
            <a:avLst/>
          </a:prstGeom>
        </p:spPr>
        <p:txBody>
          <a:bodyPr wrap="none" lIns="0" tIns="0" rIns="0" bIns="0" rtlCol="0">
            <a:noAutofit/>
          </a:bodyPr>
          <a:lstStyle/>
          <a:p>
            <a:r>
              <a:rPr lang="en-US" altLang="zh-TW" dirty="0"/>
              <a:t>30 mins</a:t>
            </a:r>
            <a:endParaRPr lang="zh-TW" altLang="en-US" dirty="0"/>
          </a:p>
        </p:txBody>
      </p:sp>
      <p:sp>
        <p:nvSpPr>
          <p:cNvPr id="20" name="文字方塊 19">
            <a:extLst>
              <a:ext uri="{FF2B5EF4-FFF2-40B4-BE49-F238E27FC236}">
                <a16:creationId xmlns:a16="http://schemas.microsoft.com/office/drawing/2014/main" id="{9862E908-DD33-0426-31AD-77B17354EF61}"/>
              </a:ext>
            </a:extLst>
          </p:cNvPr>
          <p:cNvSpPr txBox="1"/>
          <p:nvPr/>
        </p:nvSpPr>
        <p:spPr>
          <a:xfrm>
            <a:off x="5638801" y="4562312"/>
            <a:ext cx="3407664" cy="613249"/>
          </a:xfrm>
          <a:prstGeom prst="rect">
            <a:avLst/>
          </a:prstGeom>
        </p:spPr>
        <p:txBody>
          <a:bodyPr wrap="none" lIns="0" tIns="0" rIns="0" bIns="0" rtlCol="0">
            <a:noAutofit/>
          </a:bodyPr>
          <a:lstStyle/>
          <a:p>
            <a:r>
              <a:rPr lang="en-US" altLang="zh-TW" sz="1600" dirty="0">
                <a:solidFill>
                  <a:srgbClr val="0070C0"/>
                </a:solidFill>
              </a:rPr>
              <a:t>Possibility: Air conditioning system</a:t>
            </a:r>
            <a:r>
              <a:rPr lang="zh-TW" altLang="en-US" sz="1600" dirty="0">
                <a:solidFill>
                  <a:srgbClr val="0070C0"/>
                </a:solidFill>
              </a:rPr>
              <a:t> </a:t>
            </a:r>
            <a:endParaRPr lang="en-US" altLang="zh-TW" sz="1600" dirty="0">
              <a:solidFill>
                <a:srgbClr val="0070C0"/>
              </a:solidFill>
            </a:endParaRPr>
          </a:p>
          <a:p>
            <a:r>
              <a:rPr lang="en-US" altLang="zh-TW" sz="1600" dirty="0">
                <a:solidFill>
                  <a:srgbClr val="0070C0"/>
                </a:solidFill>
              </a:rPr>
              <a:t>                    or engine speed change</a:t>
            </a:r>
          </a:p>
        </p:txBody>
      </p:sp>
      <p:sp>
        <p:nvSpPr>
          <p:cNvPr id="21" name="矩形 20">
            <a:extLst>
              <a:ext uri="{FF2B5EF4-FFF2-40B4-BE49-F238E27FC236}">
                <a16:creationId xmlns:a16="http://schemas.microsoft.com/office/drawing/2014/main" id="{A5DBCDB1-124C-E195-5359-97A3634A8A5A}"/>
              </a:ext>
            </a:extLst>
          </p:cNvPr>
          <p:cNvSpPr/>
          <p:nvPr/>
        </p:nvSpPr>
        <p:spPr>
          <a:xfrm>
            <a:off x="6894094" y="2258116"/>
            <a:ext cx="1151801" cy="138312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2" name="直線單箭頭接點 21">
            <a:extLst>
              <a:ext uri="{FF2B5EF4-FFF2-40B4-BE49-F238E27FC236}">
                <a16:creationId xmlns:a16="http://schemas.microsoft.com/office/drawing/2014/main" id="{4D180727-9F13-9D37-FED2-CF55D71BDCEF}"/>
              </a:ext>
            </a:extLst>
          </p:cNvPr>
          <p:cNvCxnSpPr>
            <a:cxnSpLocks/>
            <a:stCxn id="21" idx="2"/>
          </p:cNvCxnSpPr>
          <p:nvPr/>
        </p:nvCxnSpPr>
        <p:spPr>
          <a:xfrm flipH="1">
            <a:off x="5913521" y="3641238"/>
            <a:ext cx="1556474" cy="921074"/>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1215130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MediaTek">
  <a:themeElements>
    <a:clrScheme name="Mediatek_color">
      <a:dk1>
        <a:srgbClr val="353630"/>
      </a:dk1>
      <a:lt1>
        <a:sysClr val="window" lastClr="FFFFFF"/>
      </a:lt1>
      <a:dk2>
        <a:srgbClr val="9FA4A6"/>
      </a:dk2>
      <a:lt2>
        <a:srgbClr val="FE9B1E"/>
      </a:lt2>
      <a:accent1>
        <a:srgbClr val="FFCA05"/>
      </a:accent1>
      <a:accent2>
        <a:srgbClr val="69BE28"/>
      </a:accent2>
      <a:accent3>
        <a:srgbClr val="00A1DE"/>
      </a:accent3>
      <a:accent4>
        <a:srgbClr val="FF1E3C"/>
      </a:accent4>
      <a:accent5>
        <a:srgbClr val="036639"/>
      </a:accent5>
      <a:accent6>
        <a:srgbClr val="1717A3"/>
      </a:accent6>
      <a:hlink>
        <a:srgbClr val="00A1DE"/>
      </a:hlink>
      <a:folHlink>
        <a:srgbClr val="4472C4"/>
      </a:folHlink>
    </a:clrScheme>
    <a:fontScheme name="Mediatek_Calibri">
      <a:majorFont>
        <a:latin typeface="Calibri"/>
        <a:ea typeface="Microsoft YaHei"/>
        <a:cs typeface=""/>
      </a:majorFont>
      <a:minorFont>
        <a:latin typeface="Calibri"/>
        <a:ea typeface="Microsoft YaHei"/>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wrap="none" lIns="0" tIns="0" rIns="0" bIns="0">
        <a:noAutofit/>
      </a:bodyPr>
      <a:lstStyle>
        <a:defPPr>
          <a:defRPr dirty="0" smtClean="0"/>
        </a:defPPr>
      </a:lstStyle>
    </a:txDef>
  </a:objectDefaults>
  <a:extraClrSchemeLst/>
  <a:extLst>
    <a:ext uri="{05A4C25C-085E-4340-85A3-A5531E510DB2}">
      <thm15:themeFamily xmlns:thm15="http://schemas.microsoft.com/office/thememl/2012/main" name="MediaTek_Template" id="{9C6B977F-C0D9-430E-8799-E3053E76E68D}" vid="{914357AE-C0F4-4F70-8B2C-2A5F2B5CA8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ediatek_color">
    <a:dk1>
      <a:srgbClr val="353630"/>
    </a:dk1>
    <a:lt1>
      <a:sysClr val="window" lastClr="FFFFFF"/>
    </a:lt1>
    <a:dk2>
      <a:srgbClr val="9FA4A6"/>
    </a:dk2>
    <a:lt2>
      <a:srgbClr val="FE9B1E"/>
    </a:lt2>
    <a:accent1>
      <a:srgbClr val="FFCA05"/>
    </a:accent1>
    <a:accent2>
      <a:srgbClr val="69BE28"/>
    </a:accent2>
    <a:accent3>
      <a:srgbClr val="00A1DE"/>
    </a:accent3>
    <a:accent4>
      <a:srgbClr val="FF1E3C"/>
    </a:accent4>
    <a:accent5>
      <a:srgbClr val="036639"/>
    </a:accent5>
    <a:accent6>
      <a:srgbClr val="1717A3"/>
    </a:accent6>
    <a:hlink>
      <a:srgbClr val="00A1DE"/>
    </a:hlink>
    <a:folHlink>
      <a:srgbClr val="4472C4"/>
    </a:folHlink>
  </a:clrScheme>
</a:themeOverride>
</file>

<file path=ppt/theme/themeOverride2.xml><?xml version="1.0" encoding="utf-8"?>
<a:themeOverride xmlns:a="http://schemas.openxmlformats.org/drawingml/2006/main">
  <a:clrScheme name="Mediatek_color">
    <a:dk1>
      <a:srgbClr val="353630"/>
    </a:dk1>
    <a:lt1>
      <a:sysClr val="window" lastClr="FFFFFF"/>
    </a:lt1>
    <a:dk2>
      <a:srgbClr val="9FA4A6"/>
    </a:dk2>
    <a:lt2>
      <a:srgbClr val="FE9B1E"/>
    </a:lt2>
    <a:accent1>
      <a:srgbClr val="FFCA05"/>
    </a:accent1>
    <a:accent2>
      <a:srgbClr val="69BE28"/>
    </a:accent2>
    <a:accent3>
      <a:srgbClr val="00A1DE"/>
    </a:accent3>
    <a:accent4>
      <a:srgbClr val="FF1E3C"/>
    </a:accent4>
    <a:accent5>
      <a:srgbClr val="036639"/>
    </a:accent5>
    <a:accent6>
      <a:srgbClr val="1717A3"/>
    </a:accent6>
    <a:hlink>
      <a:srgbClr val="00A1DE"/>
    </a:hlink>
    <a:folHlink>
      <a:srgbClr val="4472C4"/>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C1DB9DBD0FC65479829F4AC31D14F56" ma:contentTypeVersion="0" ma:contentTypeDescription="Create a new document." ma:contentTypeScope="" ma:versionID="a25fa732f61fb7be9d93e60d4caf97f2">
  <xsd:schema xmlns:xsd="http://www.w3.org/2001/XMLSchema" xmlns:xs="http://www.w3.org/2001/XMLSchema" xmlns:p="http://schemas.microsoft.com/office/2006/metadata/properties" targetNamespace="http://schemas.microsoft.com/office/2006/metadata/properties" ma:root="true" ma:fieldsID="de8c3228ae9ef4484b71e0f4ff7c0b8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045EA8B-AEFD-4CAB-A80B-5A2161D51A87}">
  <ds:schemaRefs>
    <ds:schemaRef ds:uri="http://schemas.microsoft.com/sharepoint/v3/contenttype/forms"/>
  </ds:schemaRefs>
</ds:datastoreItem>
</file>

<file path=customXml/itemProps2.xml><?xml version="1.0" encoding="utf-8"?>
<ds:datastoreItem xmlns:ds="http://schemas.openxmlformats.org/officeDocument/2006/customXml" ds:itemID="{1B290066-2FD5-4238-86DC-2E79CF94F98C}">
  <ds:schemaRefs>
    <ds:schemaRef ds:uri="http://www.w3.org/XML/1998/namespace"/>
    <ds:schemaRef ds:uri="http://purl.org/dc/terms/"/>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DED6D929-79CE-426C-8CAB-B559FDEED9D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MediaTek_Template</Template>
  <TotalTime>372</TotalTime>
  <Words>638</Words>
  <Application>Microsoft Office PowerPoint</Application>
  <PresentationFormat>如螢幕大小 (16:9)</PresentationFormat>
  <Paragraphs>151</Paragraphs>
  <Slides>11</Slides>
  <Notes>2</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11</vt:i4>
      </vt:variant>
    </vt:vector>
  </HeadingPairs>
  <TitlesOfParts>
    <vt:vector size="18" baseType="lpstr">
      <vt:lpstr>Microsoft YaHei</vt:lpstr>
      <vt:lpstr>Riona Sans Regular</vt:lpstr>
      <vt:lpstr>Arial</vt:lpstr>
      <vt:lpstr>Calibri</vt:lpstr>
      <vt:lpstr>Calibri Light</vt:lpstr>
      <vt:lpstr>Wingdings</vt:lpstr>
      <vt:lpstr>1_MediaTek</vt:lpstr>
      <vt:lpstr>PowerPoint 簡報</vt:lpstr>
      <vt:lpstr>(Gyroscope) Mumbai -&gt; OK</vt:lpstr>
      <vt:lpstr>(Gyroscope) Bangalore -&gt; OK</vt:lpstr>
      <vt:lpstr>(Accelerometer) Mumbai -&gt; OK</vt:lpstr>
      <vt:lpstr>(Accelerometer) Bangalore -&gt; OK</vt:lpstr>
      <vt:lpstr>(Accelerometer, remove Gravity) Mumbai -&gt; OK</vt:lpstr>
      <vt:lpstr>(Accelerometer, remove Gravity) Bangalore -&gt; OK</vt:lpstr>
      <vt:lpstr>PowerPoint 簡報</vt:lpstr>
      <vt:lpstr>(Gyroscope) Chennai -&gt; OK</vt:lpstr>
      <vt:lpstr>(Accelerometer) Chennai -&gt; OK</vt:lpstr>
      <vt:lpstr>(Accelerometer, remove Gravity) Chennai -&gt; OK</vt:lpstr>
    </vt:vector>
  </TitlesOfParts>
  <Company>MTK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Sensor data review</dc:title>
  <dc:creator>Li-Min Lin (林立民)</dc:creator>
  <cp:keywords/>
  <cp:lastModifiedBy>Li-Min Lin (林立民)</cp:lastModifiedBy>
  <cp:revision>40</cp:revision>
  <dcterms:created xsi:type="dcterms:W3CDTF">2024-01-01T01:03:20Z</dcterms:created>
  <dcterms:modified xsi:type="dcterms:W3CDTF">2024-01-03T11:00:41Z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0x0101003C1DB9DBD0FC65479829F4AC31D14F56</vt:lpwstr>
  </property>
  <property fmtid="{D5CDD505-2E9C-101B-9397-08002B2CF9AE}" pid="3" name="ExpireDate">
    <vt:lpwstr>Permanent</vt:lpwstr>
  </property>
  <property fmtid="{D5CDD505-2E9C-101B-9397-08002B2CF9AE}" pid="4" name="Publisher">
    <vt:lpwstr>Carmen Kuo (郭建伶)</vt:lpwstr>
  </property>
  <property fmtid="{D5CDD505-2E9C-101B-9397-08002B2CF9AE}" pid="5" name="MSIP_Label_83bcef13-7cac-433f-ba1d-47a323951816_Enabled">
    <vt:lpwstr>true</vt:lpwstr>
  </property>
  <property fmtid="{D5CDD505-2E9C-101B-9397-08002B2CF9AE}" pid="6" name="MSIP_Label_83bcef13-7cac-433f-ba1d-47a323951816_SetDate">
    <vt:lpwstr>2024-01-01T01:03:56Z</vt:lpwstr>
  </property>
  <property fmtid="{D5CDD505-2E9C-101B-9397-08002B2CF9AE}" pid="7" name="MSIP_Label_83bcef13-7cac-433f-ba1d-47a323951816_Method">
    <vt:lpwstr>Privileged</vt:lpwstr>
  </property>
  <property fmtid="{D5CDD505-2E9C-101B-9397-08002B2CF9AE}" pid="8" name="MSIP_Label_83bcef13-7cac-433f-ba1d-47a323951816_Name">
    <vt:lpwstr>MTK_Unclassified</vt:lpwstr>
  </property>
  <property fmtid="{D5CDD505-2E9C-101B-9397-08002B2CF9AE}" pid="9" name="MSIP_Label_83bcef13-7cac-433f-ba1d-47a323951816_SiteId">
    <vt:lpwstr>a7687ede-7a6b-4ef6-bace-642f677fbe31</vt:lpwstr>
  </property>
  <property fmtid="{D5CDD505-2E9C-101B-9397-08002B2CF9AE}" pid="10" name="MSIP_Label_83bcef13-7cac-433f-ba1d-47a323951816_ActionId">
    <vt:lpwstr>02d3c5b8-70d4-4f39-ba16-84c940bd0edc</vt:lpwstr>
  </property>
  <property fmtid="{D5CDD505-2E9C-101B-9397-08002B2CF9AE}" pid="11" name="MSIP_Label_83bcef13-7cac-433f-ba1d-47a323951816_ContentBits">
    <vt:lpwstr>0</vt:lpwstr>
  </property>
</Properties>
</file>